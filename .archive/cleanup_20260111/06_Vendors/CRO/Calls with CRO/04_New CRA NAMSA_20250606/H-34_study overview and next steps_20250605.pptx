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11" r:id="rId5"/>
  </p:sldMasterIdLst>
  <p:notesMasterIdLst>
    <p:notesMasterId r:id="rId12"/>
  </p:notesMasterIdLst>
  <p:sldIdLst>
    <p:sldId id="410" r:id="rId6"/>
    <p:sldId id="412" r:id="rId7"/>
    <p:sldId id="396" r:id="rId8"/>
    <p:sldId id="413" r:id="rId9"/>
    <p:sldId id="411" r:id="rId10"/>
    <p:sldId id="402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 Options" id="{DE9A9E49-807F-8449-AEC4-C00A2711786A}">
          <p14:sldIdLst>
            <p14:sldId id="410"/>
            <p14:sldId id="412"/>
            <p14:sldId id="396"/>
            <p14:sldId id="413"/>
            <p14:sldId id="411"/>
            <p14:sldId id="4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0611"/>
    <a:srgbClr val="AC0E28"/>
    <a:srgbClr val="C8102E"/>
    <a:srgbClr val="640817"/>
    <a:srgbClr val="CD463E"/>
    <a:srgbClr val="E02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65E89-77C2-D889-E871-6ECE177BBF98}" v="1" dt="2025-06-16T07:23:02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9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zia Baldassi" userId="S::domizia.baldassi@enovis.com::1667734e-0298-4f5e-b1b8-f99f58a47765" providerId="AD" clId="Web-{5CAFB649-C4E9-2753-8E5B-5BF38E3D2265}"/>
    <pc:docChg chg="modSld">
      <pc:chgData name="Domizia Baldassi" userId="S::domizia.baldassi@enovis.com::1667734e-0298-4f5e-b1b8-f99f58a47765" providerId="AD" clId="Web-{5CAFB649-C4E9-2753-8E5B-5BF38E3D2265}" dt="2025-06-05T12:10:41.316" v="13"/>
      <pc:docMkLst>
        <pc:docMk/>
      </pc:docMkLst>
      <pc:sldChg chg="delSp">
        <pc:chgData name="Domizia Baldassi" userId="S::domizia.baldassi@enovis.com::1667734e-0298-4f5e-b1b8-f99f58a47765" providerId="AD" clId="Web-{5CAFB649-C4E9-2753-8E5B-5BF38E3D2265}" dt="2025-06-05T12:10:41.316" v="13"/>
        <pc:sldMkLst>
          <pc:docMk/>
          <pc:sldMk cId="2110237859" sldId="412"/>
        </pc:sldMkLst>
      </pc:sldChg>
      <pc:sldChg chg="modSp">
        <pc:chgData name="Domizia Baldassi" userId="S::domizia.baldassi@enovis.com::1667734e-0298-4f5e-b1b8-f99f58a47765" providerId="AD" clId="Web-{5CAFB649-C4E9-2753-8E5B-5BF38E3D2265}" dt="2025-06-05T12:10:04.173" v="12" actId="20577"/>
        <pc:sldMkLst>
          <pc:docMk/>
          <pc:sldMk cId="1794715135" sldId="413"/>
        </pc:sldMkLst>
        <pc:spChg chg="mod">
          <ac:chgData name="Domizia Baldassi" userId="S::domizia.baldassi@enovis.com::1667734e-0298-4f5e-b1b8-f99f58a47765" providerId="AD" clId="Web-{5CAFB649-C4E9-2753-8E5B-5BF38E3D2265}" dt="2025-06-05T12:10:04.173" v="12" actId="20577"/>
          <ac:spMkLst>
            <pc:docMk/>
            <pc:sldMk cId="1794715135" sldId="413"/>
            <ac:spMk id="6" creationId="{509C93F0-056B-F129-7B0E-3697C0B8CCA7}"/>
          </ac:spMkLst>
        </pc:spChg>
      </pc:sldChg>
    </pc:docChg>
  </pc:docChgLst>
  <pc:docChgLst>
    <pc:chgData name="Domizia Baldassi" userId="S::domizia.baldassi@enovis.com::1667734e-0298-4f5e-b1b8-f99f58a47765" providerId="AD" clId="Web-{A0D65E89-77C2-D889-E871-6ECE177BBF98}"/>
    <pc:docChg chg="delSld modSection">
      <pc:chgData name="Domizia Baldassi" userId="S::domizia.baldassi@enovis.com::1667734e-0298-4f5e-b1b8-f99f58a47765" providerId="AD" clId="Web-{A0D65E89-77C2-D889-E871-6ECE177BBF98}" dt="2025-06-16T07:23:02.657" v="0"/>
      <pc:docMkLst>
        <pc:docMk/>
      </pc:docMkLst>
      <pc:sldChg chg="del">
        <pc:chgData name="Domizia Baldassi" userId="S::domizia.baldassi@enovis.com::1667734e-0298-4f5e-b1b8-f99f58a47765" providerId="AD" clId="Web-{A0D65E89-77C2-D889-E871-6ECE177BBF98}" dt="2025-06-16T07:23:02.657" v="0"/>
        <pc:sldMkLst>
          <pc:docMk/>
          <pc:sldMk cId="2138703002" sldId="414"/>
        </pc:sldMkLst>
      </pc:sldChg>
    </pc:docChg>
  </pc:docChgLst>
  <pc:docChgLst>
    <pc:chgData name="Domizia Baldassi" userId="1667734e-0298-4f5e-b1b8-f99f58a47765" providerId="ADAL" clId="{465061F7-DE17-42F0-AAF0-8ECCE5452C5B}"/>
    <pc:docChg chg="undo redo custSel addSld delSld modSld modSection">
      <pc:chgData name="Domizia Baldassi" userId="1667734e-0298-4f5e-b1b8-f99f58a47765" providerId="ADAL" clId="{465061F7-DE17-42F0-AAF0-8ECCE5452C5B}" dt="2025-01-17T09:27:20.052" v="171" actId="1076"/>
      <pc:docMkLst>
        <pc:docMk/>
      </pc:docMkLst>
      <pc:sldChg chg="new del">
        <pc:chgData name="Domizia Baldassi" userId="1667734e-0298-4f5e-b1b8-f99f58a47765" providerId="ADAL" clId="{465061F7-DE17-42F0-AAF0-8ECCE5452C5B}" dt="2025-01-17T09:15:15.696" v="1" actId="680"/>
        <pc:sldMkLst>
          <pc:docMk/>
          <pc:sldMk cId="2135422283" sldId="412"/>
        </pc:sldMkLst>
      </pc:sldChg>
      <pc:sldChg chg="addSp delSp modSp new mod">
        <pc:chgData name="Domizia Baldassi" userId="1667734e-0298-4f5e-b1b8-f99f58a47765" providerId="ADAL" clId="{465061F7-DE17-42F0-AAF0-8ECCE5452C5B}" dt="2025-01-17T09:27:20.052" v="171" actId="1076"/>
        <pc:sldMkLst>
          <pc:docMk/>
          <pc:sldMk cId="2777302727" sldId="412"/>
        </pc:sldMkLst>
      </pc:sldChg>
    </pc:docChg>
  </pc:docChgLst>
  <pc:docChgLst>
    <pc:chgData name="Domizia Baldassi" userId="1667734e-0298-4f5e-b1b8-f99f58a47765" providerId="ADAL" clId="{1551F1B7-2EFD-4C0D-9016-9EB26703906D}"/>
    <pc:docChg chg="undo custSel addSld delSld modSld sldOrd delSection modSection">
      <pc:chgData name="Domizia Baldassi" userId="1667734e-0298-4f5e-b1b8-f99f58a47765" providerId="ADAL" clId="{1551F1B7-2EFD-4C0D-9016-9EB26703906D}" dt="2025-06-05T06:50:20.552" v="1240" actId="20577"/>
      <pc:docMkLst>
        <pc:docMk/>
      </pc:docMkLst>
      <pc:sldChg chg="del">
        <pc:chgData name="Domizia Baldassi" userId="1667734e-0298-4f5e-b1b8-f99f58a47765" providerId="ADAL" clId="{1551F1B7-2EFD-4C0D-9016-9EB26703906D}" dt="2025-06-03T09:45:30.180" v="1004" actId="47"/>
        <pc:sldMkLst>
          <pc:docMk/>
          <pc:sldMk cId="2299803342" sldId="260"/>
        </pc:sldMkLst>
      </pc:sldChg>
      <pc:sldChg chg="del">
        <pc:chgData name="Domizia Baldassi" userId="1667734e-0298-4f5e-b1b8-f99f58a47765" providerId="ADAL" clId="{1551F1B7-2EFD-4C0D-9016-9EB26703906D}" dt="2025-06-03T09:45:30.829" v="1005" actId="47"/>
        <pc:sldMkLst>
          <pc:docMk/>
          <pc:sldMk cId="166763695" sldId="261"/>
        </pc:sldMkLst>
      </pc:sldChg>
      <pc:sldChg chg="del">
        <pc:chgData name="Domizia Baldassi" userId="1667734e-0298-4f5e-b1b8-f99f58a47765" providerId="ADAL" clId="{1551F1B7-2EFD-4C0D-9016-9EB26703906D}" dt="2025-06-03T09:45:31.096" v="1006" actId="47"/>
        <pc:sldMkLst>
          <pc:docMk/>
          <pc:sldMk cId="117336574" sldId="262"/>
        </pc:sldMkLst>
      </pc:sldChg>
      <pc:sldChg chg="del">
        <pc:chgData name="Domizia Baldassi" userId="1667734e-0298-4f5e-b1b8-f99f58a47765" providerId="ADAL" clId="{1551F1B7-2EFD-4C0D-9016-9EB26703906D}" dt="2025-06-03T09:45:32.366" v="1007" actId="47"/>
        <pc:sldMkLst>
          <pc:docMk/>
          <pc:sldMk cId="3254919803" sldId="263"/>
        </pc:sldMkLst>
      </pc:sldChg>
      <pc:sldChg chg="del">
        <pc:chgData name="Domizia Baldassi" userId="1667734e-0298-4f5e-b1b8-f99f58a47765" providerId="ADAL" clId="{1551F1B7-2EFD-4C0D-9016-9EB26703906D}" dt="2025-06-03T09:45:32.633" v="1008" actId="47"/>
        <pc:sldMkLst>
          <pc:docMk/>
          <pc:sldMk cId="3419083871" sldId="264"/>
        </pc:sldMkLst>
      </pc:sldChg>
      <pc:sldChg chg="del">
        <pc:chgData name="Domizia Baldassi" userId="1667734e-0298-4f5e-b1b8-f99f58a47765" providerId="ADAL" clId="{1551F1B7-2EFD-4C0D-9016-9EB26703906D}" dt="2025-06-03T09:45:32.838" v="1009" actId="47"/>
        <pc:sldMkLst>
          <pc:docMk/>
          <pc:sldMk cId="2323431213" sldId="265"/>
        </pc:sldMkLst>
      </pc:sldChg>
      <pc:sldChg chg="del">
        <pc:chgData name="Domizia Baldassi" userId="1667734e-0298-4f5e-b1b8-f99f58a47765" providerId="ADAL" clId="{1551F1B7-2EFD-4C0D-9016-9EB26703906D}" dt="2025-06-03T09:45:33.516" v="1010" actId="47"/>
        <pc:sldMkLst>
          <pc:docMk/>
          <pc:sldMk cId="3815914083" sldId="266"/>
        </pc:sldMkLst>
      </pc:sldChg>
      <pc:sldChg chg="del">
        <pc:chgData name="Domizia Baldassi" userId="1667734e-0298-4f5e-b1b8-f99f58a47765" providerId="ADAL" clId="{1551F1B7-2EFD-4C0D-9016-9EB26703906D}" dt="2025-06-03T08:09:17.546" v="8" actId="47"/>
        <pc:sldMkLst>
          <pc:docMk/>
          <pc:sldMk cId="2046416448" sldId="392"/>
        </pc:sldMkLst>
      </pc:sldChg>
      <pc:sldChg chg="del">
        <pc:chgData name="Domizia Baldassi" userId="1667734e-0298-4f5e-b1b8-f99f58a47765" providerId="ADAL" clId="{1551F1B7-2EFD-4C0D-9016-9EB26703906D}" dt="2025-06-03T08:09:16.451" v="7" actId="47"/>
        <pc:sldMkLst>
          <pc:docMk/>
          <pc:sldMk cId="3444743602" sldId="395"/>
        </pc:sldMkLst>
      </pc:sldChg>
      <pc:sldChg chg="addSp delSp modSp mod ord">
        <pc:chgData name="Domizia Baldassi" userId="1667734e-0298-4f5e-b1b8-f99f58a47765" providerId="ADAL" clId="{1551F1B7-2EFD-4C0D-9016-9EB26703906D}" dt="2025-06-03T10:10:43.392" v="1227" actId="14100"/>
        <pc:sldMkLst>
          <pc:docMk/>
          <pc:sldMk cId="173838911" sldId="396"/>
        </pc:sldMkLst>
        <pc:spChg chg="mod">
          <ac:chgData name="Domizia Baldassi" userId="1667734e-0298-4f5e-b1b8-f99f58a47765" providerId="ADAL" clId="{1551F1B7-2EFD-4C0D-9016-9EB26703906D}" dt="2025-06-03T08:11:26.726" v="26" actId="20577"/>
          <ac:spMkLst>
            <pc:docMk/>
            <pc:sldMk cId="173838911" sldId="396"/>
            <ac:spMk id="4" creationId="{6E6697CF-8315-0153-C641-1660B31BAC67}"/>
          </ac:spMkLst>
        </pc:spChg>
        <pc:spChg chg="add mod">
          <ac:chgData name="Domizia Baldassi" userId="1667734e-0298-4f5e-b1b8-f99f58a47765" providerId="ADAL" clId="{1551F1B7-2EFD-4C0D-9016-9EB26703906D}" dt="2025-06-03T08:18:16.474" v="174" actId="27636"/>
          <ac:spMkLst>
            <pc:docMk/>
            <pc:sldMk cId="173838911" sldId="396"/>
            <ac:spMk id="5" creationId="{57DB83FF-7AA9-BB09-6A12-F7B6A3B20707}"/>
          </ac:spMkLst>
        </pc:spChg>
        <pc:spChg chg="add mod">
          <ac:chgData name="Domizia Baldassi" userId="1667734e-0298-4f5e-b1b8-f99f58a47765" providerId="ADAL" clId="{1551F1B7-2EFD-4C0D-9016-9EB26703906D}" dt="2025-06-03T08:17:07.800" v="130"/>
          <ac:spMkLst>
            <pc:docMk/>
            <pc:sldMk cId="173838911" sldId="396"/>
            <ac:spMk id="6" creationId="{79A8E783-6E40-51D4-F848-A69885AA6588}"/>
          </ac:spMkLst>
        </pc:spChg>
        <pc:spChg chg="add mod">
          <ac:chgData name="Domizia Baldassi" userId="1667734e-0298-4f5e-b1b8-f99f58a47765" providerId="ADAL" clId="{1551F1B7-2EFD-4C0D-9016-9EB26703906D}" dt="2025-06-03T08:18:35.401" v="193" actId="20577"/>
          <ac:spMkLst>
            <pc:docMk/>
            <pc:sldMk cId="173838911" sldId="396"/>
            <ac:spMk id="7" creationId="{D0E88589-D62C-FA12-6FC4-8DE933385805}"/>
          </ac:spMkLst>
        </pc:spChg>
        <pc:picChg chg="add mod">
          <ac:chgData name="Domizia Baldassi" userId="1667734e-0298-4f5e-b1b8-f99f58a47765" providerId="ADAL" clId="{1551F1B7-2EFD-4C0D-9016-9EB26703906D}" dt="2025-06-03T10:04:40.652" v="1202"/>
          <ac:picMkLst>
            <pc:docMk/>
            <pc:sldMk cId="173838911" sldId="396"/>
            <ac:picMk id="11" creationId="{7F6D6AE1-9DD4-BB48-3C84-2C9544444D7E}"/>
          </ac:picMkLst>
        </pc:picChg>
        <pc:picChg chg="add mod">
          <ac:chgData name="Domizia Baldassi" userId="1667734e-0298-4f5e-b1b8-f99f58a47765" providerId="ADAL" clId="{1551F1B7-2EFD-4C0D-9016-9EB26703906D}" dt="2025-06-03T10:10:38.918" v="1225" actId="1076"/>
          <ac:picMkLst>
            <pc:docMk/>
            <pc:sldMk cId="173838911" sldId="396"/>
            <ac:picMk id="12" creationId="{93D0E4E3-71B0-85CD-CD27-0C7C7CABF1E0}"/>
          </ac:picMkLst>
        </pc:picChg>
        <pc:picChg chg="add mod">
          <ac:chgData name="Domizia Baldassi" userId="1667734e-0298-4f5e-b1b8-f99f58a47765" providerId="ADAL" clId="{1551F1B7-2EFD-4C0D-9016-9EB26703906D}" dt="2025-06-03T10:10:43.392" v="1227" actId="14100"/>
          <ac:picMkLst>
            <pc:docMk/>
            <pc:sldMk cId="173838911" sldId="396"/>
            <ac:picMk id="13" creationId="{EC691476-DC14-140B-CB27-48B66422B9AE}"/>
          </ac:picMkLst>
        </pc:picChg>
      </pc:sldChg>
      <pc:sldChg chg="del">
        <pc:chgData name="Domizia Baldassi" userId="1667734e-0298-4f5e-b1b8-f99f58a47765" providerId="ADAL" clId="{1551F1B7-2EFD-4C0D-9016-9EB26703906D}" dt="2025-06-03T09:45:27.565" v="1000" actId="47"/>
        <pc:sldMkLst>
          <pc:docMk/>
          <pc:sldMk cId="3921634582" sldId="397"/>
        </pc:sldMkLst>
      </pc:sldChg>
      <pc:sldChg chg="del">
        <pc:chgData name="Domizia Baldassi" userId="1667734e-0298-4f5e-b1b8-f99f58a47765" providerId="ADAL" clId="{1551F1B7-2EFD-4C0D-9016-9EB26703906D}" dt="2025-06-03T09:45:28.922" v="1002" actId="47"/>
        <pc:sldMkLst>
          <pc:docMk/>
          <pc:sldMk cId="3239869037" sldId="398"/>
        </pc:sldMkLst>
      </pc:sldChg>
      <pc:sldChg chg="del">
        <pc:chgData name="Domizia Baldassi" userId="1667734e-0298-4f5e-b1b8-f99f58a47765" providerId="ADAL" clId="{1551F1B7-2EFD-4C0D-9016-9EB26703906D}" dt="2025-06-03T09:45:29.897" v="1003" actId="47"/>
        <pc:sldMkLst>
          <pc:docMk/>
          <pc:sldMk cId="948784726" sldId="399"/>
        </pc:sldMkLst>
      </pc:sldChg>
      <pc:sldChg chg="del ord">
        <pc:chgData name="Domizia Baldassi" userId="1667734e-0298-4f5e-b1b8-f99f58a47765" providerId="ADAL" clId="{1551F1B7-2EFD-4C0D-9016-9EB26703906D}" dt="2025-06-03T08:16:06.308" v="128" actId="47"/>
        <pc:sldMkLst>
          <pc:docMk/>
          <pc:sldMk cId="4040137938" sldId="400"/>
        </pc:sldMkLst>
      </pc:sldChg>
      <pc:sldChg chg="del">
        <pc:chgData name="Domizia Baldassi" userId="1667734e-0298-4f5e-b1b8-f99f58a47765" providerId="ADAL" clId="{1551F1B7-2EFD-4C0D-9016-9EB26703906D}" dt="2025-06-03T09:45:34.843" v="1011" actId="47"/>
        <pc:sldMkLst>
          <pc:docMk/>
          <pc:sldMk cId="3169247337" sldId="401"/>
        </pc:sldMkLst>
      </pc:sldChg>
      <pc:sldChg chg="ord">
        <pc:chgData name="Domizia Baldassi" userId="1667734e-0298-4f5e-b1b8-f99f58a47765" providerId="ADAL" clId="{1551F1B7-2EFD-4C0D-9016-9EB26703906D}" dt="2025-06-03T09:45:37.403" v="1014"/>
        <pc:sldMkLst>
          <pc:docMk/>
          <pc:sldMk cId="3327120839" sldId="402"/>
        </pc:sldMkLst>
      </pc:sldChg>
      <pc:sldChg chg="del">
        <pc:chgData name="Domizia Baldassi" userId="1667734e-0298-4f5e-b1b8-f99f58a47765" providerId="ADAL" clId="{1551F1B7-2EFD-4C0D-9016-9EB26703906D}" dt="2025-06-03T09:45:28.232" v="1001" actId="47"/>
        <pc:sldMkLst>
          <pc:docMk/>
          <pc:sldMk cId="1782146702" sldId="403"/>
        </pc:sldMkLst>
      </pc:sldChg>
      <pc:sldChg chg="del">
        <pc:chgData name="Domizia Baldassi" userId="1667734e-0298-4f5e-b1b8-f99f58a47765" providerId="ADAL" clId="{1551F1B7-2EFD-4C0D-9016-9EB26703906D}" dt="2025-06-03T08:09:13.018" v="3" actId="47"/>
        <pc:sldMkLst>
          <pc:docMk/>
          <pc:sldMk cId="1760390405" sldId="404"/>
        </pc:sldMkLst>
      </pc:sldChg>
      <pc:sldChg chg="del">
        <pc:chgData name="Domizia Baldassi" userId="1667734e-0298-4f5e-b1b8-f99f58a47765" providerId="ADAL" clId="{1551F1B7-2EFD-4C0D-9016-9EB26703906D}" dt="2025-06-03T08:09:13.586" v="4" actId="47"/>
        <pc:sldMkLst>
          <pc:docMk/>
          <pc:sldMk cId="2187447967" sldId="405"/>
        </pc:sldMkLst>
      </pc:sldChg>
      <pc:sldChg chg="del">
        <pc:chgData name="Domizia Baldassi" userId="1667734e-0298-4f5e-b1b8-f99f58a47765" providerId="ADAL" clId="{1551F1B7-2EFD-4C0D-9016-9EB26703906D}" dt="2025-06-03T08:09:14.059" v="5" actId="47"/>
        <pc:sldMkLst>
          <pc:docMk/>
          <pc:sldMk cId="932988315" sldId="406"/>
        </pc:sldMkLst>
      </pc:sldChg>
      <pc:sldChg chg="del">
        <pc:chgData name="Domizia Baldassi" userId="1667734e-0298-4f5e-b1b8-f99f58a47765" providerId="ADAL" clId="{1551F1B7-2EFD-4C0D-9016-9EB26703906D}" dt="2025-06-03T08:09:14.804" v="6" actId="47"/>
        <pc:sldMkLst>
          <pc:docMk/>
          <pc:sldMk cId="1154217346" sldId="407"/>
        </pc:sldMkLst>
      </pc:sldChg>
      <pc:sldChg chg="del">
        <pc:chgData name="Domizia Baldassi" userId="1667734e-0298-4f5e-b1b8-f99f58a47765" providerId="ADAL" clId="{1551F1B7-2EFD-4C0D-9016-9EB26703906D}" dt="2025-06-03T09:45:35.949" v="1012" actId="47"/>
        <pc:sldMkLst>
          <pc:docMk/>
          <pc:sldMk cId="2912270984" sldId="408"/>
        </pc:sldMkLst>
      </pc:sldChg>
      <pc:sldChg chg="del">
        <pc:chgData name="Domizia Baldassi" userId="1667734e-0298-4f5e-b1b8-f99f58a47765" providerId="ADAL" clId="{1551F1B7-2EFD-4C0D-9016-9EB26703906D}" dt="2025-06-03T08:09:05.695" v="0" actId="47"/>
        <pc:sldMkLst>
          <pc:docMk/>
          <pc:sldMk cId="3861206240" sldId="409"/>
        </pc:sldMkLst>
      </pc:sldChg>
      <pc:sldChg chg="modSp mod">
        <pc:chgData name="Domizia Baldassi" userId="1667734e-0298-4f5e-b1b8-f99f58a47765" providerId="ADAL" clId="{1551F1B7-2EFD-4C0D-9016-9EB26703906D}" dt="2025-06-03T08:14:54.120" v="126" actId="20577"/>
        <pc:sldMkLst>
          <pc:docMk/>
          <pc:sldMk cId="22721671" sldId="410"/>
        </pc:sldMkLst>
        <pc:spChg chg="mod">
          <ac:chgData name="Domizia Baldassi" userId="1667734e-0298-4f5e-b1b8-f99f58a47765" providerId="ADAL" clId="{1551F1B7-2EFD-4C0D-9016-9EB26703906D}" dt="2025-06-03T08:14:54.120" v="126" actId="20577"/>
          <ac:spMkLst>
            <pc:docMk/>
            <pc:sldMk cId="22721671" sldId="410"/>
            <ac:spMk id="2" creationId="{8B262E24-4BF1-738B-35B3-FDCDF310A77D}"/>
          </ac:spMkLst>
        </pc:spChg>
        <pc:spChg chg="mod">
          <ac:chgData name="Domizia Baldassi" userId="1667734e-0298-4f5e-b1b8-f99f58a47765" providerId="ADAL" clId="{1551F1B7-2EFD-4C0D-9016-9EB26703906D}" dt="2025-06-03T08:14:35.426" v="95" actId="20577"/>
          <ac:spMkLst>
            <pc:docMk/>
            <pc:sldMk cId="22721671" sldId="410"/>
            <ac:spMk id="3" creationId="{A1ABF026-B574-272F-B548-FB1BB3AEE1D5}"/>
          </ac:spMkLst>
        </pc:spChg>
      </pc:sldChg>
      <pc:sldChg chg="del">
        <pc:chgData name="Domizia Baldassi" userId="1667734e-0298-4f5e-b1b8-f99f58a47765" providerId="ADAL" clId="{1551F1B7-2EFD-4C0D-9016-9EB26703906D}" dt="2025-06-03T08:09:11.986" v="2" actId="47"/>
        <pc:sldMkLst>
          <pc:docMk/>
          <pc:sldMk cId="3194700942" sldId="411"/>
        </pc:sldMkLst>
      </pc:sldChg>
      <pc:sldChg chg="modSp new mod ord">
        <pc:chgData name="Domizia Baldassi" userId="1667734e-0298-4f5e-b1b8-f99f58a47765" providerId="ADAL" clId="{1551F1B7-2EFD-4C0D-9016-9EB26703906D}" dt="2025-06-05T06:50:20.552" v="1240" actId="20577"/>
        <pc:sldMkLst>
          <pc:docMk/>
          <pc:sldMk cId="4076553813" sldId="411"/>
        </pc:sldMkLst>
        <pc:spChg chg="mod">
          <ac:chgData name="Domizia Baldassi" userId="1667734e-0298-4f5e-b1b8-f99f58a47765" providerId="ADAL" clId="{1551F1B7-2EFD-4C0D-9016-9EB26703906D}" dt="2025-06-05T06:50:20.552" v="1240" actId="20577"/>
          <ac:spMkLst>
            <pc:docMk/>
            <pc:sldMk cId="4076553813" sldId="411"/>
            <ac:spMk id="3" creationId="{3016D4B2-E411-9893-F5AA-67ACE6656F9C}"/>
          </ac:spMkLst>
        </pc:spChg>
        <pc:spChg chg="mod">
          <ac:chgData name="Domizia Baldassi" userId="1667734e-0298-4f5e-b1b8-f99f58a47765" providerId="ADAL" clId="{1551F1B7-2EFD-4C0D-9016-9EB26703906D}" dt="2025-06-03T08:19:04.967" v="200" actId="20577"/>
          <ac:spMkLst>
            <pc:docMk/>
            <pc:sldMk cId="4076553813" sldId="411"/>
            <ac:spMk id="4" creationId="{33201998-021A-77FB-F502-58A67913F8FF}"/>
          </ac:spMkLst>
        </pc:spChg>
        <pc:spChg chg="mod">
          <ac:chgData name="Domizia Baldassi" userId="1667734e-0298-4f5e-b1b8-f99f58a47765" providerId="ADAL" clId="{1551F1B7-2EFD-4C0D-9016-9EB26703906D}" dt="2025-06-03T09:44:27.431" v="913" actId="115"/>
          <ac:spMkLst>
            <pc:docMk/>
            <pc:sldMk cId="4076553813" sldId="411"/>
            <ac:spMk id="5" creationId="{E287F9DD-5510-45E6-5829-1BCA40D3240C}"/>
          </ac:spMkLst>
        </pc:spChg>
      </pc:sldChg>
      <pc:sldChg chg="modSp add mod">
        <pc:chgData name="Domizia Baldassi" userId="1667734e-0298-4f5e-b1b8-f99f58a47765" providerId="ADAL" clId="{1551F1B7-2EFD-4C0D-9016-9EB26703906D}" dt="2025-06-03T08:16:16.730" v="129" actId="113"/>
        <pc:sldMkLst>
          <pc:docMk/>
          <pc:sldMk cId="2110237859" sldId="412"/>
        </pc:sldMkLst>
        <pc:spChg chg="mod">
          <ac:chgData name="Domizia Baldassi" userId="1667734e-0298-4f5e-b1b8-f99f58a47765" providerId="ADAL" clId="{1551F1B7-2EFD-4C0D-9016-9EB26703906D}" dt="2025-06-03T08:16:16.730" v="129" actId="113"/>
          <ac:spMkLst>
            <pc:docMk/>
            <pc:sldMk cId="2110237859" sldId="412"/>
            <ac:spMk id="23" creationId="{37D43FCA-9684-11BA-3625-9B7A9DD47852}"/>
          </ac:spMkLst>
        </pc:spChg>
      </pc:sldChg>
      <pc:sldChg chg="del">
        <pc:chgData name="Domizia Baldassi" userId="1667734e-0298-4f5e-b1b8-f99f58a47765" providerId="ADAL" clId="{1551F1B7-2EFD-4C0D-9016-9EB26703906D}" dt="2025-06-03T08:09:08.206" v="1" actId="47"/>
        <pc:sldMkLst>
          <pc:docMk/>
          <pc:sldMk cId="2777302727" sldId="412"/>
        </pc:sldMkLst>
      </pc:sldChg>
      <pc:sldChg chg="addSp delSp modSp new mod ord modClrScheme chgLayout">
        <pc:chgData name="Domizia Baldassi" userId="1667734e-0298-4f5e-b1b8-f99f58a47765" providerId="ADAL" clId="{1551F1B7-2EFD-4C0D-9016-9EB26703906D}" dt="2025-06-05T06:50:04.517" v="1234" actId="20577"/>
        <pc:sldMkLst>
          <pc:docMk/>
          <pc:sldMk cId="1794715135" sldId="413"/>
        </pc:sldMkLst>
        <pc:spChg chg="mod ord">
          <ac:chgData name="Domizia Baldassi" userId="1667734e-0298-4f5e-b1b8-f99f58a47765" providerId="ADAL" clId="{1551F1B7-2EFD-4C0D-9016-9EB26703906D}" dt="2025-06-03T08:22:19.875" v="234" actId="700"/>
          <ac:spMkLst>
            <pc:docMk/>
            <pc:sldMk cId="1794715135" sldId="413"/>
            <ac:spMk id="2" creationId="{B7973726-0072-454C-B8A1-0FB006C0595F}"/>
          </ac:spMkLst>
        </pc:spChg>
        <pc:spChg chg="mod ord">
          <ac:chgData name="Domizia Baldassi" userId="1667734e-0298-4f5e-b1b8-f99f58a47765" providerId="ADAL" clId="{1551F1B7-2EFD-4C0D-9016-9EB26703906D}" dt="2025-06-03T08:22:19.875" v="234" actId="700"/>
          <ac:spMkLst>
            <pc:docMk/>
            <pc:sldMk cId="1794715135" sldId="413"/>
            <ac:spMk id="4" creationId="{89F1AA90-334F-9138-E425-9EF6B9C2306D}"/>
          </ac:spMkLst>
        </pc:spChg>
        <pc:spChg chg="add mod ord">
          <ac:chgData name="Domizia Baldassi" userId="1667734e-0298-4f5e-b1b8-f99f58a47765" providerId="ADAL" clId="{1551F1B7-2EFD-4C0D-9016-9EB26703906D}" dt="2025-06-05T06:49:53.720" v="1229" actId="313"/>
          <ac:spMkLst>
            <pc:docMk/>
            <pc:sldMk cId="1794715135" sldId="413"/>
            <ac:spMk id="6" creationId="{509C93F0-056B-F129-7B0E-3697C0B8CCA7}"/>
          </ac:spMkLst>
        </pc:spChg>
        <pc:spChg chg="add mod ord">
          <ac:chgData name="Domizia Baldassi" userId="1667734e-0298-4f5e-b1b8-f99f58a47765" providerId="ADAL" clId="{1551F1B7-2EFD-4C0D-9016-9EB26703906D}" dt="2025-06-05T06:50:04.517" v="1234" actId="20577"/>
          <ac:spMkLst>
            <pc:docMk/>
            <pc:sldMk cId="1794715135" sldId="413"/>
            <ac:spMk id="7" creationId="{EEB493CD-F0BA-EDF9-9DA9-2BC170A434BC}"/>
          </ac:spMkLst>
        </pc:spChg>
      </pc:sldChg>
      <pc:sldChg chg="delSp modSp new mod modClrScheme chgLayout">
        <pc:chgData name="Domizia Baldassi" userId="1667734e-0298-4f5e-b1b8-f99f58a47765" providerId="ADAL" clId="{1551F1B7-2EFD-4C0D-9016-9EB26703906D}" dt="2025-06-03T09:45:21.621" v="999" actId="700"/>
        <pc:sldMkLst>
          <pc:docMk/>
          <pc:sldMk cId="2138703002" sldId="414"/>
        </pc:sldMkLst>
        <pc:spChg chg="mod ord">
          <ac:chgData name="Domizia Baldassi" userId="1667734e-0298-4f5e-b1b8-f99f58a47765" providerId="ADAL" clId="{1551F1B7-2EFD-4C0D-9016-9EB26703906D}" dt="2025-06-03T09:45:21.621" v="999" actId="700"/>
          <ac:spMkLst>
            <pc:docMk/>
            <pc:sldMk cId="2138703002" sldId="414"/>
            <ac:spMk id="2" creationId="{917E06B7-4753-DF0C-8137-1D496B9EDEF2}"/>
          </ac:spMkLst>
        </pc:spChg>
        <pc:spChg chg="mod ord">
          <ac:chgData name="Domizia Baldassi" userId="1667734e-0298-4f5e-b1b8-f99f58a47765" providerId="ADAL" clId="{1551F1B7-2EFD-4C0D-9016-9EB26703906D}" dt="2025-06-03T09:45:21.621" v="999" actId="700"/>
          <ac:spMkLst>
            <pc:docMk/>
            <pc:sldMk cId="2138703002" sldId="414"/>
            <ac:spMk id="3" creationId="{312BC7EA-B8F0-5898-505E-F2854C4251CE}"/>
          </ac:spMkLst>
        </pc:spChg>
        <pc:spChg chg="mod ord">
          <ac:chgData name="Domizia Baldassi" userId="1667734e-0298-4f5e-b1b8-f99f58a47765" providerId="ADAL" clId="{1551F1B7-2EFD-4C0D-9016-9EB26703906D}" dt="2025-06-03T09:45:21.621" v="999" actId="700"/>
          <ac:spMkLst>
            <pc:docMk/>
            <pc:sldMk cId="2138703002" sldId="414"/>
            <ac:spMk id="4" creationId="{3CC41119-CA13-62A0-CB4E-F9E0A7AD2128}"/>
          </ac:spMkLst>
        </pc:spChg>
      </pc:sldChg>
      <pc:sldMasterChg chg="delSldLayout">
        <pc:chgData name="Domizia Baldassi" userId="1667734e-0298-4f5e-b1b8-f99f58a47765" providerId="ADAL" clId="{1551F1B7-2EFD-4C0D-9016-9EB26703906D}" dt="2025-06-03T09:45:33.516" v="1010" actId="47"/>
        <pc:sldMasterMkLst>
          <pc:docMk/>
          <pc:sldMasterMk cId="1019424293" sldId="2147483660"/>
        </pc:sldMasterMkLst>
        <pc:sldLayoutChg chg="del">
          <pc:chgData name="Domizia Baldassi" userId="1667734e-0298-4f5e-b1b8-f99f58a47765" providerId="ADAL" clId="{1551F1B7-2EFD-4C0D-9016-9EB26703906D}" dt="2025-06-03T09:45:33.516" v="1010" actId="47"/>
          <pc:sldLayoutMkLst>
            <pc:docMk/>
            <pc:sldMasterMk cId="1019424293" sldId="2147483660"/>
            <pc:sldLayoutMk cId="233674392" sldId="2147483732"/>
          </pc:sldLayoutMkLst>
        </pc:sldLayoutChg>
        <pc:sldLayoutChg chg="del">
          <pc:chgData name="Domizia Baldassi" userId="1667734e-0298-4f5e-b1b8-f99f58a47765" providerId="ADAL" clId="{1551F1B7-2EFD-4C0D-9016-9EB26703906D}" dt="2025-06-03T08:09:17.546" v="8" actId="47"/>
          <pc:sldLayoutMkLst>
            <pc:docMk/>
            <pc:sldMasterMk cId="1019424293" sldId="2147483660"/>
            <pc:sldLayoutMk cId="557698483" sldId="214748373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744E8-1227-A544-B853-2FAC76E268B7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79CB0-5713-B645-B1A7-66F0746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0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Slide –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57D96A68-A138-CC47-AD5A-FD4C783474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66700" y="3561943"/>
            <a:ext cx="5624539" cy="2954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400"/>
            </a:lvl3pPr>
            <a:lvl4pPr marL="1371600" indent="0">
              <a:buNone/>
              <a:defRPr sz="2400"/>
            </a:lvl4pPr>
            <a:lvl5pPr>
              <a:defRPr sz="1800"/>
            </a:lvl5pPr>
          </a:lstStyle>
          <a:p>
            <a:pPr lvl="0"/>
            <a:r>
              <a:rPr lang="en-US"/>
              <a:t>Short description of the presentation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4625C14-A657-8744-B6BF-6D89BC8A7F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500" y="2939056"/>
            <a:ext cx="5667739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25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C63F1D-940D-B549-BEB6-82A0B08CF543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is set in ALL CAPS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1197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Slide –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57D96A68-A138-CC47-AD5A-FD4C783474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66700" y="3561943"/>
            <a:ext cx="5624539" cy="2954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400"/>
            </a:lvl3pPr>
            <a:lvl4pPr marL="1371600" indent="0">
              <a:buNone/>
              <a:defRPr sz="2400"/>
            </a:lvl4pPr>
            <a:lvl5pPr>
              <a:defRPr sz="1800"/>
            </a:lvl5pPr>
          </a:lstStyle>
          <a:p>
            <a:pPr lvl="0"/>
            <a:r>
              <a:rPr lang="en-US"/>
              <a:t>Short description of the presentation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4625C14-A657-8744-B6BF-6D89BC8A7F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500" y="2939056"/>
            <a:ext cx="5667739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25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C63F1D-940D-B549-BEB6-82A0B08CF543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is set in ALL CAPS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249702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ver Slide –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57D96A68-A138-CC47-AD5A-FD4C783474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66700" y="3561943"/>
            <a:ext cx="5624539" cy="2954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400"/>
            </a:lvl3pPr>
            <a:lvl4pPr marL="1371600" indent="0">
              <a:buNone/>
              <a:defRPr sz="2400"/>
            </a:lvl4pPr>
            <a:lvl5pPr>
              <a:defRPr sz="1800"/>
            </a:lvl5pPr>
          </a:lstStyle>
          <a:p>
            <a:pPr lvl="0"/>
            <a:r>
              <a:rPr lang="en-US"/>
              <a:t>Short description of the presentation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4625C14-A657-8744-B6BF-6D89BC8A7F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500" y="2939056"/>
            <a:ext cx="5667739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25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C63F1D-940D-B549-BEB6-82A0B08CF543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is set in ALL CAPS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B56AD-BFB1-5AEE-773D-65C409EC530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3048000" cy="2751138"/>
          </a:xfrm>
        </p:spPr>
        <p:txBody>
          <a:bodyPr/>
          <a:lstStyle/>
          <a:p>
            <a:r>
              <a:rPr lang="en-US"/>
              <a:t>Click to add product photo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3078CBE-0DAA-ECA4-CAAA-B24F21016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057832" y="0"/>
            <a:ext cx="3048000" cy="275113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0000"/>
              <a:buFontTx/>
              <a:buNone/>
              <a:tabLst/>
              <a:defRPr/>
            </a:pPr>
            <a:r>
              <a:rPr lang="en-US"/>
              <a:t>Click to add product photo</a:t>
            </a:r>
          </a:p>
          <a:p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50C9AE1-ACF3-621B-9257-6D73CDCEACB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15664" y="0"/>
            <a:ext cx="3038168" cy="275113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0000"/>
              <a:buFontTx/>
              <a:buNone/>
              <a:tabLst/>
              <a:defRPr/>
            </a:pPr>
            <a:r>
              <a:rPr lang="en-US"/>
              <a:t>Click to add product photo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5F0E5405-5CB8-C749-9923-B9274A545B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66700" y="1390668"/>
            <a:ext cx="5624539" cy="2954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400"/>
            </a:lvl3pPr>
            <a:lvl4pPr marL="1371600" indent="0">
              <a:buNone/>
              <a:defRPr sz="2400"/>
            </a:lvl4pPr>
            <a:lvl5pPr>
              <a:defRPr sz="1800"/>
            </a:lvl5pPr>
          </a:lstStyle>
          <a:p>
            <a:pPr lvl="0"/>
            <a:r>
              <a:rPr lang="en-US"/>
              <a:t>Short description of the section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F69E894-D66B-564D-8C14-B76F1864EA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500" y="767781"/>
            <a:ext cx="8653799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Divider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A97D5-76FE-C540-AB64-2EE2F94CBABD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Section Divider is set in sentence case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63DC5-20AF-3B4F-9F5F-F1F5AB25B012}"/>
              </a:ext>
            </a:extLst>
          </p:cNvPr>
          <p:cNvSpPr txBox="1"/>
          <p:nvPr userDrawn="1"/>
        </p:nvSpPr>
        <p:spPr>
          <a:xfrm>
            <a:off x="-753587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C1DD2D-1242-6A4F-A9D9-6E6B92EA565B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595234-0B5B-C84E-B3CA-13440A3F428B}"/>
              </a:ext>
            </a:extLst>
          </p:cNvPr>
          <p:cNvSpPr txBox="1"/>
          <p:nvPr userDrawn="1"/>
        </p:nvSpPr>
        <p:spPr>
          <a:xfrm>
            <a:off x="9343432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89891-2541-174B-86BA-7B293F96E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3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5F0E5405-5CB8-C749-9923-B9274A545B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66700" y="1390668"/>
            <a:ext cx="5624539" cy="2954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400"/>
            </a:lvl3pPr>
            <a:lvl4pPr marL="1371600" indent="0">
              <a:buNone/>
              <a:defRPr sz="2400"/>
            </a:lvl4pPr>
            <a:lvl5pPr>
              <a:defRPr sz="1800"/>
            </a:lvl5pPr>
          </a:lstStyle>
          <a:p>
            <a:pPr lvl="0"/>
            <a:r>
              <a:rPr lang="en-US"/>
              <a:t>Short description of the section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F69E894-D66B-564D-8C14-B76F1864EA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500" y="767781"/>
            <a:ext cx="8653799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Divider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A97D5-76FE-C540-AB64-2EE2F94CBABD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Section Divider is set in sentence case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63DC5-20AF-3B4F-9F5F-F1F5AB25B012}"/>
              </a:ext>
            </a:extLst>
          </p:cNvPr>
          <p:cNvSpPr txBox="1"/>
          <p:nvPr userDrawn="1"/>
        </p:nvSpPr>
        <p:spPr>
          <a:xfrm>
            <a:off x="-753587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C1DD2D-1242-6A4F-A9D9-6E6B92EA565B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595234-0B5B-C84E-B3CA-13440A3F428B}"/>
              </a:ext>
            </a:extLst>
          </p:cNvPr>
          <p:cNvSpPr txBox="1"/>
          <p:nvPr userDrawn="1"/>
        </p:nvSpPr>
        <p:spPr>
          <a:xfrm>
            <a:off x="9343432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89891-2541-174B-86BA-7B293F96E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255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5F0E5405-5CB8-C749-9923-B9274A545B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66700" y="1390668"/>
            <a:ext cx="5624539" cy="2954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400"/>
            </a:lvl3pPr>
            <a:lvl4pPr marL="1371600" indent="0">
              <a:buNone/>
              <a:defRPr sz="2400"/>
            </a:lvl4pPr>
            <a:lvl5pPr>
              <a:defRPr sz="1800"/>
            </a:lvl5pPr>
          </a:lstStyle>
          <a:p>
            <a:pPr lvl="0"/>
            <a:r>
              <a:rPr lang="en-US"/>
              <a:t>Short description of the section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F69E894-D66B-564D-8C14-B76F1864EA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3500" y="767781"/>
            <a:ext cx="8653799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Divider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A97D5-76FE-C540-AB64-2EE2F94CBABD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Section Divider is set in sentence case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63DC5-20AF-3B4F-9F5F-F1F5AB25B012}"/>
              </a:ext>
            </a:extLst>
          </p:cNvPr>
          <p:cNvSpPr txBox="1"/>
          <p:nvPr userDrawn="1"/>
        </p:nvSpPr>
        <p:spPr>
          <a:xfrm>
            <a:off x="-753587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C1DD2D-1242-6A4F-A9D9-6E6B92EA565B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595234-0B5B-C84E-B3CA-13440A3F428B}"/>
              </a:ext>
            </a:extLst>
          </p:cNvPr>
          <p:cNvSpPr txBox="1"/>
          <p:nvPr userDrawn="1"/>
        </p:nvSpPr>
        <p:spPr>
          <a:xfrm>
            <a:off x="9343432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89891-2541-174B-86BA-7B293F96E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00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Divider with Pho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37A97D5-76FE-C540-AB64-2EE2F94CBABD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Section Divider is set in sentence case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Short description is set in sentence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63DC5-20AF-3B4F-9F5F-F1F5AB25B012}"/>
              </a:ext>
            </a:extLst>
          </p:cNvPr>
          <p:cNvSpPr txBox="1"/>
          <p:nvPr userDrawn="1"/>
        </p:nvSpPr>
        <p:spPr>
          <a:xfrm>
            <a:off x="-753587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C1DD2D-1242-6A4F-A9D9-6E6B92EA565B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595234-0B5B-C84E-B3CA-13440A3F428B}"/>
              </a:ext>
            </a:extLst>
          </p:cNvPr>
          <p:cNvSpPr txBox="1"/>
          <p:nvPr userDrawn="1"/>
        </p:nvSpPr>
        <p:spPr>
          <a:xfrm>
            <a:off x="9343432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89891-2541-174B-86BA-7B293F96E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5833305-752F-60A4-DAEC-509E09D808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4161" y="1619836"/>
            <a:ext cx="5399440" cy="527837"/>
          </a:xfrm>
          <a:prstGeom prst="rect">
            <a:avLst/>
          </a:prstGeom>
        </p:spPr>
        <p:txBody>
          <a:bodyPr wrap="square" lIns="0" tIns="45720" rIns="0" bIns="0" anchor="b" anchorCtr="0">
            <a:spAutoFit/>
          </a:bodyPr>
          <a:lstStyle>
            <a:lvl1pPr marL="0" indent="0" algn="l">
              <a:lnSpc>
                <a:spcPts val="3600"/>
              </a:lnSpc>
              <a:spcBef>
                <a:spcPts val="0"/>
              </a:spcBef>
              <a:buNone/>
              <a:defRPr sz="4000" b="0" i="0" spc="0" baseline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REPONSE HERE</a:t>
            </a:r>
          </a:p>
        </p:txBody>
      </p:sp>
    </p:spTree>
    <p:extLst>
      <p:ext uri="{BB962C8B-B14F-4D97-AF65-F5344CB8AC3E}">
        <p14:creationId xmlns:p14="http://schemas.microsoft.com/office/powerpoint/2010/main" val="368847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4B488-5FCB-0D4E-8AF8-78A582FB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38250"/>
            <a:ext cx="8610600" cy="3428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CF3F7-F3E6-C942-8701-84AF1CB93FA9}"/>
              </a:ext>
            </a:extLst>
          </p:cNvPr>
          <p:cNvSpPr/>
          <p:nvPr userDrawn="1"/>
        </p:nvSpPr>
        <p:spPr>
          <a:xfrm>
            <a:off x="0" y="0"/>
            <a:ext cx="9144000" cy="1127982"/>
          </a:xfrm>
          <a:prstGeom prst="rect">
            <a:avLst/>
          </a:prstGeom>
          <a:gradFill>
            <a:gsLst>
              <a:gs pos="10000">
                <a:schemeClr val="accent2"/>
              </a:gs>
              <a:gs pos="9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F3D1E-858C-C045-B84D-C709A58D1AAE}"/>
              </a:ext>
            </a:extLst>
          </p:cNvPr>
          <p:cNvSpPr txBox="1"/>
          <p:nvPr userDrawn="1"/>
        </p:nvSpPr>
        <p:spPr>
          <a:xfrm>
            <a:off x="266700" y="-418772"/>
            <a:ext cx="1490793" cy="780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Agenda / Table of Contents title is set in all caps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2BD6360-D58C-0FAC-A262-870B97E5B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2752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7381A-D47E-3545-B76A-903D0AEAF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05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A247CE-56E4-CF2A-1EED-02F3B3C52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2752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7381A-D47E-3545-B76A-903D0AEAF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9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EAE7D3-285F-F710-C46E-02F667E12E5E}"/>
              </a:ext>
            </a:extLst>
          </p:cNvPr>
          <p:cNvSpPr txBox="1"/>
          <p:nvPr userDrawn="1"/>
        </p:nvSpPr>
        <p:spPr>
          <a:xfrm>
            <a:off x="4092541" y="4836353"/>
            <a:ext cx="958917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" b="0" i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© </a:t>
            </a:r>
            <a:fld id="{01EEB0CF-6283-B34D-B6BC-91929A9698F1}" type="datetimeyyyy">
              <a:rPr lang="en-US" sz="550" b="0" i="0" smtClean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2025</a:t>
            </a:fld>
            <a:r>
              <a:rPr lang="en-US" sz="550" b="0" i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550" b="0" i="0" err="1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Enovis</a:t>
            </a:r>
            <a:r>
              <a:rPr lang="en-US" sz="550" b="0" i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38672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EAE7D3-285F-F710-C46E-02F667E12E5E}"/>
              </a:ext>
            </a:extLst>
          </p:cNvPr>
          <p:cNvSpPr txBox="1"/>
          <p:nvPr userDrawn="1"/>
        </p:nvSpPr>
        <p:spPr>
          <a:xfrm>
            <a:off x="4092541" y="4836353"/>
            <a:ext cx="958917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" b="0" i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© </a:t>
            </a:r>
            <a:fld id="{01EEB0CF-6283-B34D-B6BC-91929A9698F1}" type="datetimeyyyy">
              <a:rPr lang="en-US" sz="550" b="0" i="0" smtClean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2025</a:t>
            </a:fld>
            <a:r>
              <a:rPr lang="en-US" sz="550" b="0" i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550" b="0" i="0" err="1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Enovis</a:t>
            </a:r>
            <a:r>
              <a:rPr lang="en-US" sz="550" b="0" i="0">
                <a:solidFill>
                  <a:schemeClr val="bg1">
                    <a:alpha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Corporation</a:t>
            </a:r>
          </a:p>
        </p:txBody>
      </p:sp>
    </p:spTree>
    <p:extLst>
      <p:ext uri="{BB962C8B-B14F-4D97-AF65-F5344CB8AC3E}">
        <p14:creationId xmlns:p14="http://schemas.microsoft.com/office/powerpoint/2010/main" val="1721717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790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: Employee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A684726-3A47-D341-B00D-1AE1F8ED66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8300" y="1238251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E4C8988-BA3E-6F40-B0C7-587D4A7760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3988" y="1255553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6B9E247-D22D-7C46-B56C-F66491F381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23988" y="1536040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CC0B090-6813-2046-B764-463A97C102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23988" y="1774977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BDCF91D0-6114-754C-B0A3-4D1F967863C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8300" y="3649598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38067B7-C4B1-EC4F-B77E-B22BA11846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23988" y="3666900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8FD370B-0E97-FB46-BBEA-56A1928C82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3988" y="3947387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46563BE-2E57-C743-9C20-F4A7A69FE3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23988" y="4186324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AB64DE0-C25C-3849-A68B-EE386F518C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8300" y="2443924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43E78C30-30B4-2A4E-8AC6-E20710B680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23988" y="2461226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6181EE0-F3D5-7B4A-B6D8-416ECB7F03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23988" y="2741713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C80E372-8D7D-6347-966E-5D8B188256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3988" y="2980650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7DA5A-6A64-704F-9D62-91B2CD4D9F37}"/>
              </a:ext>
            </a:extLst>
          </p:cNvPr>
          <p:cNvSpPr txBox="1"/>
          <p:nvPr userDrawn="1"/>
        </p:nvSpPr>
        <p:spPr>
          <a:xfrm>
            <a:off x="67506" y="1073960"/>
            <a:ext cx="0" cy="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algn="l"/>
            <a:endParaRPr lang="en-US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D9A439E-F72F-2A4C-8506-9D3F192C74A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725655" y="1238251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4FDE4A96-A058-FC4C-8DF1-DCB251A4CA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21343" y="1255553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17DB0916-3255-954D-A200-1D9D5108A5A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21343" y="1536040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D503AE5-D151-5442-8F18-F6845D81E1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21343" y="1774977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03A794BD-A921-334E-BC74-70048B9545A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725655" y="3649598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E15E6F8C-1962-184C-9D35-BD9EE32774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21343" y="3666900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3FB05DC-2867-804A-BCAE-37331D7E49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21343" y="3947387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7D185ED-20C5-F843-A6E6-DAB319B174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21343" y="4186324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493E2D0C-BB54-9A46-872B-996A4658307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725655" y="2443924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9B9F107C-75FB-9348-A284-71D6C2BC75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21343" y="2461226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363AF414-F585-1E4D-81FE-74C51AA928F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21343" y="2741713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EA4CC5AB-A77A-E645-AF44-8525FCA45FD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21343" y="2980650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4071621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4B488-5FCB-0D4E-8AF8-78A582FB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38250"/>
            <a:ext cx="8610600" cy="3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7399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4B488-5FCB-0D4E-8AF8-78A582FB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38250"/>
            <a:ext cx="4305300" cy="3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FF33D44-D8F5-534E-8F92-D042A1D1691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2000" y="1238250"/>
            <a:ext cx="4305300" cy="3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924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4B488-5FCB-0D4E-8AF8-78A582FB2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38250"/>
            <a:ext cx="4305300" cy="3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339593ED-3A95-6B46-8342-E5BD909F612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1999" y="1238250"/>
            <a:ext cx="4305299" cy="3428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</p:spTree>
    <p:extLst>
      <p:ext uri="{BB962C8B-B14F-4D97-AF65-F5344CB8AC3E}">
        <p14:creationId xmlns:p14="http://schemas.microsoft.com/office/powerpoint/2010/main" val="3996318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3-Section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DB15DA4A-46BF-034B-BAFB-08A6D2D10C7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5190" y="2571750"/>
            <a:ext cx="2708290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D5806DC3-5B0C-3D4E-8AF9-A44BBFE78B7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217855" y="2571750"/>
            <a:ext cx="2708290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8" name="Content Placeholder 18">
            <a:extLst>
              <a:ext uri="{FF2B5EF4-FFF2-40B4-BE49-F238E27FC236}">
                <a16:creationId xmlns:a16="http://schemas.microsoft.com/office/drawing/2014/main" id="{3D7870A0-AC6D-B24D-852A-69399841ED7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160520" y="2571750"/>
            <a:ext cx="2708290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4A672AF-BBF6-B446-82FC-7A42066F1B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191" y="1238250"/>
            <a:ext cx="2708290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8E9CD2F-FE4D-FA49-898F-882F2D89321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17855" y="1238250"/>
            <a:ext cx="2708290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04F8399A-E2A7-A94F-AB15-07A96734754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60519" y="1238250"/>
            <a:ext cx="2708290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</p:spTree>
    <p:extLst>
      <p:ext uri="{BB962C8B-B14F-4D97-AF65-F5344CB8AC3E}">
        <p14:creationId xmlns:p14="http://schemas.microsoft.com/office/powerpoint/2010/main" val="4106024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4-Section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4A672AF-BBF6-B446-82FC-7A42066F1B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5191" y="1238250"/>
            <a:ext cx="2060867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C8E9CD2F-FE4D-FA49-898F-882F2D89321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452775" y="1238250"/>
            <a:ext cx="2060867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  <p:sp>
        <p:nvSpPr>
          <p:cNvPr id="10" name="Content Placeholder 18">
            <a:extLst>
              <a:ext uri="{FF2B5EF4-FFF2-40B4-BE49-F238E27FC236}">
                <a16:creationId xmlns:a16="http://schemas.microsoft.com/office/drawing/2014/main" id="{65D23000-47CF-264B-966E-ACCC43BA233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75190" y="2571750"/>
            <a:ext cx="2060868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C96CE958-E043-6A47-A8BC-DF0CB885863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452775" y="2571750"/>
            <a:ext cx="2060868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F78FAF31-4D23-AE43-AE27-DEF1957F30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807944" y="2571750"/>
            <a:ext cx="2060868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E3B24FFF-03E2-2348-83AB-DB6C758DC9D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630360" y="2571750"/>
            <a:ext cx="2060868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4822D5AA-F2D9-B141-BA31-992A2CA29F4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630359" y="1238250"/>
            <a:ext cx="2060867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9465FB6-6679-C946-B56C-EE0EABD71C2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07942" y="1238250"/>
            <a:ext cx="2060867" cy="1284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insert a picture</a:t>
            </a:r>
          </a:p>
        </p:txBody>
      </p:sp>
    </p:spTree>
    <p:extLst>
      <p:ext uri="{BB962C8B-B14F-4D97-AF65-F5344CB8AC3E}">
        <p14:creationId xmlns:p14="http://schemas.microsoft.com/office/powerpoint/2010/main" val="2698808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3-Section Icon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DB15DA4A-46BF-034B-BAFB-08A6D2D10C7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5190" y="2571750"/>
            <a:ext cx="2708290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D79E4B4-A5E4-8943-BBA6-7F89AA24AE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4053" y="1238250"/>
            <a:ext cx="1176238" cy="117790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D5806DC3-5B0C-3D4E-8AF9-A44BBFE78B7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217855" y="2571750"/>
            <a:ext cx="2708290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EC13C53-7CDA-5541-B059-9BBB325C99D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18" y="1238250"/>
            <a:ext cx="1176238" cy="117790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18" name="Content Placeholder 18">
            <a:extLst>
              <a:ext uri="{FF2B5EF4-FFF2-40B4-BE49-F238E27FC236}">
                <a16:creationId xmlns:a16="http://schemas.microsoft.com/office/drawing/2014/main" id="{3D7870A0-AC6D-B24D-852A-69399841ED7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160520" y="2571750"/>
            <a:ext cx="2708290" cy="20955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33F31E6A-E8E7-B643-9E14-798B43A3D72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929383" y="1238250"/>
            <a:ext cx="1176238" cy="1177902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18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4-Section Icon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DB15DA4A-46BF-034B-BAFB-08A6D2D10C7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5190" y="2336058"/>
            <a:ext cx="2060868" cy="233119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D79E4B4-A5E4-8943-BBA6-7F89AA24AE4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140" y="1250189"/>
            <a:ext cx="922967" cy="924273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27" name="Content Placeholder 18">
            <a:extLst>
              <a:ext uri="{FF2B5EF4-FFF2-40B4-BE49-F238E27FC236}">
                <a16:creationId xmlns:a16="http://schemas.microsoft.com/office/drawing/2014/main" id="{52D73DB6-5B6C-3647-B60B-741E9D5711E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452775" y="2336058"/>
            <a:ext cx="2060868" cy="233119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B3BA5426-97B1-5747-9EF9-BE4C771304C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21726" y="1250189"/>
            <a:ext cx="922967" cy="924273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29" name="Content Placeholder 18">
            <a:extLst>
              <a:ext uri="{FF2B5EF4-FFF2-40B4-BE49-F238E27FC236}">
                <a16:creationId xmlns:a16="http://schemas.microsoft.com/office/drawing/2014/main" id="{B6739655-EF0A-EB4D-ABD3-9D171600CE3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807944" y="2336058"/>
            <a:ext cx="2060868" cy="233119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9DFA6B6A-DEFC-9049-B54C-48F5E6C8D56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76894" y="1250189"/>
            <a:ext cx="922967" cy="924273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  <p:sp>
        <p:nvSpPr>
          <p:cNvPr id="31" name="Content Placeholder 18">
            <a:extLst>
              <a:ext uri="{FF2B5EF4-FFF2-40B4-BE49-F238E27FC236}">
                <a16:creationId xmlns:a16="http://schemas.microsoft.com/office/drawing/2014/main" id="{A24BA2B7-1889-D444-B465-6DF9BA93E6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630360" y="2336058"/>
            <a:ext cx="2060868" cy="233119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2AC1D9F1-F298-964A-975D-83929E4C009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99311" y="1250189"/>
            <a:ext cx="922967" cy="924273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27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3-Section Tex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DB15DA4A-46BF-034B-BAFB-08A6D2D10C7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5190" y="1689315"/>
            <a:ext cx="2708290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D5806DC3-5B0C-3D4E-8AF9-A44BBFE78B7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217855" y="1689315"/>
            <a:ext cx="2708290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8" name="Content Placeholder 18">
            <a:extLst>
              <a:ext uri="{FF2B5EF4-FFF2-40B4-BE49-F238E27FC236}">
                <a16:creationId xmlns:a16="http://schemas.microsoft.com/office/drawing/2014/main" id="{3D7870A0-AC6D-B24D-852A-69399841ED7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160520" y="1689315"/>
            <a:ext cx="2708290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1" name="Content Placeholder 18">
            <a:extLst>
              <a:ext uri="{FF2B5EF4-FFF2-40B4-BE49-F238E27FC236}">
                <a16:creationId xmlns:a16="http://schemas.microsoft.com/office/drawing/2014/main" id="{7C84E04E-8DB5-2249-B096-7095ABD2052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275190" y="1238250"/>
            <a:ext cx="2708290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2" name="Content Placeholder 18">
            <a:extLst>
              <a:ext uri="{FF2B5EF4-FFF2-40B4-BE49-F238E27FC236}">
                <a16:creationId xmlns:a16="http://schemas.microsoft.com/office/drawing/2014/main" id="{8690C67D-E9B0-244F-B1E6-2684B2E8ED36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217855" y="1238250"/>
            <a:ext cx="2708290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3" name="Content Placeholder 18">
            <a:extLst>
              <a:ext uri="{FF2B5EF4-FFF2-40B4-BE49-F238E27FC236}">
                <a16:creationId xmlns:a16="http://schemas.microsoft.com/office/drawing/2014/main" id="{2B890301-3F37-C74B-9D29-8E8D6D39456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160520" y="1238250"/>
            <a:ext cx="2708290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</p:spTree>
    <p:extLst>
      <p:ext uri="{BB962C8B-B14F-4D97-AF65-F5344CB8AC3E}">
        <p14:creationId xmlns:p14="http://schemas.microsoft.com/office/powerpoint/2010/main" val="1484273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4-Section Tex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DB15DA4A-46BF-034B-BAFB-08A6D2D10C7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5190" y="1689315"/>
            <a:ext cx="2060868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27" name="Content Placeholder 18">
            <a:extLst>
              <a:ext uri="{FF2B5EF4-FFF2-40B4-BE49-F238E27FC236}">
                <a16:creationId xmlns:a16="http://schemas.microsoft.com/office/drawing/2014/main" id="{52D73DB6-5B6C-3647-B60B-741E9D5711E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452775" y="1689315"/>
            <a:ext cx="2060868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29" name="Content Placeholder 18">
            <a:extLst>
              <a:ext uri="{FF2B5EF4-FFF2-40B4-BE49-F238E27FC236}">
                <a16:creationId xmlns:a16="http://schemas.microsoft.com/office/drawing/2014/main" id="{B6739655-EF0A-EB4D-ABD3-9D171600CE3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807944" y="1689315"/>
            <a:ext cx="2060868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31" name="Content Placeholder 18">
            <a:extLst>
              <a:ext uri="{FF2B5EF4-FFF2-40B4-BE49-F238E27FC236}">
                <a16:creationId xmlns:a16="http://schemas.microsoft.com/office/drawing/2014/main" id="{A24BA2B7-1889-D444-B465-6DF9BA93E6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4630360" y="1689315"/>
            <a:ext cx="2060868" cy="297793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lIns="91440" tIns="91440" bIns="91440">
            <a:norm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 marL="674370" indent="-400050">
              <a:buFont typeface="+mj-lt"/>
              <a:buAutoNum type="alphaLcPeriod"/>
              <a:defRPr sz="12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3" name="Content Placeholder 18">
            <a:extLst>
              <a:ext uri="{FF2B5EF4-FFF2-40B4-BE49-F238E27FC236}">
                <a16:creationId xmlns:a16="http://schemas.microsoft.com/office/drawing/2014/main" id="{D6278281-E8BA-C547-8AD3-CF725882C9D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275190" y="1238250"/>
            <a:ext cx="2060868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 algn="ctr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16C159B4-0D6A-1143-8537-E77F64A0D49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452775" y="1238250"/>
            <a:ext cx="2060868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 algn="ctr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4F51650F-76A9-4648-8375-575EBA0F261E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630360" y="1238250"/>
            <a:ext cx="2060868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 algn="ctr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5BC4940A-8A40-EA42-A711-B52E85C648E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807942" y="1238250"/>
            <a:ext cx="2060868" cy="380677"/>
          </a:xfrm>
          <a:prstGeom prst="rect">
            <a:avLst/>
          </a:prstGeom>
          <a:solidFill>
            <a:schemeClr val="accent1"/>
          </a:solidFill>
        </p:spPr>
        <p:txBody>
          <a:bodyPr lIns="91440" tIns="91440" bIns="91440">
            <a:normAutofit/>
          </a:bodyPr>
          <a:lstStyle>
            <a:lvl1pPr marL="0" indent="0" algn="ctr">
              <a:buNone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74370" indent="-400050" algn="ctr">
              <a:buFont typeface="+mj-lt"/>
              <a:buAutoNum type="alphaLcPeriod"/>
              <a:defRPr sz="12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CONTENT</a:t>
            </a:r>
          </a:p>
          <a:p>
            <a:pPr lvl="1"/>
            <a:r>
              <a:rPr lang="en-US"/>
              <a:t>FIRST INDENT</a:t>
            </a:r>
          </a:p>
          <a:p>
            <a:pPr lvl="2"/>
            <a:r>
              <a:rPr lang="en-US"/>
              <a:t>SECOND INDENT</a:t>
            </a:r>
          </a:p>
        </p:txBody>
      </p:sp>
    </p:spTree>
    <p:extLst>
      <p:ext uri="{BB962C8B-B14F-4D97-AF65-F5344CB8AC3E}">
        <p14:creationId xmlns:p14="http://schemas.microsoft.com/office/powerpoint/2010/main" val="2087853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: Employee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5AC27A-446C-4449-BEA4-0379BAA50B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8161890" y="4725320"/>
            <a:ext cx="793226" cy="365125"/>
          </a:xfrm>
          <a:prstGeom prst="rect">
            <a:avLst/>
          </a:prstGeom>
        </p:spPr>
        <p:txBody>
          <a:bodyPr/>
          <a:lstStyle/>
          <a:p>
            <a:fld id="{10CD4395-EC9F-C34D-9DA5-BF10FA38C9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B843EB4-5AE4-2346-ACCE-DC44CFB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A684726-3A47-D341-B00D-1AE1F8ED66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8300" y="1238251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E4C8988-BA3E-6F40-B0C7-587D4A7760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3988" y="1255553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6B9E247-D22D-7C46-B56C-F66491F381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23988" y="1536040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CC0B090-6813-2046-B764-463A97C1028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23988" y="1774977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BDCF91D0-6114-754C-B0A3-4D1F967863C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8300" y="3649598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38067B7-C4B1-EC4F-B77E-B22BA11846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23988" y="3666900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28FD370B-0E97-FB46-BBEA-56A1928C82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3988" y="3947387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46563BE-2E57-C743-9C20-F4A7A69FE3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23988" y="4186324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AB64DE0-C25C-3849-A68B-EE386F518C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8300" y="2443924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43E78C30-30B4-2A4E-8AC6-E20710B680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23988" y="2461226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6181EE0-F3D5-7B4A-B6D8-416ECB7F03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23988" y="2741713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C80E372-8D7D-6347-966E-5D8B188256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3988" y="2980650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7DA5A-6A64-704F-9D62-91B2CD4D9F37}"/>
              </a:ext>
            </a:extLst>
          </p:cNvPr>
          <p:cNvSpPr txBox="1"/>
          <p:nvPr userDrawn="1"/>
        </p:nvSpPr>
        <p:spPr>
          <a:xfrm>
            <a:off x="67506" y="1073960"/>
            <a:ext cx="0" cy="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algn="l"/>
            <a:endParaRPr lang="en-US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D9A439E-F72F-2A4C-8506-9D3F192C74A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725655" y="1238251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4FDE4A96-A058-FC4C-8DF1-DCB251A4CA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21343" y="1255553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17DB0916-3255-954D-A200-1D9D5108A5A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21343" y="1536040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2D503AE5-D151-5442-8F18-F6845D81E1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21343" y="1774977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03A794BD-A921-334E-BC74-70048B9545A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725655" y="3649598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E15E6F8C-1962-184C-9D35-BD9EE32774F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21343" y="3666900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63FB05DC-2867-804A-BCAE-37331D7E49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21343" y="3947387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97D185ED-20C5-F843-A6E6-DAB319B174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21343" y="4186324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493E2D0C-BB54-9A46-872B-996A4658307C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725655" y="2443924"/>
            <a:ext cx="1016313" cy="101765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100"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9B9F107C-75FB-9348-A284-71D6C2BC75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21343" y="2461226"/>
            <a:ext cx="3055957" cy="25391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5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363AF414-F585-1E4D-81FE-74C51AA928F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21343" y="2741713"/>
            <a:ext cx="3055957" cy="212366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EA4CC5AB-A77A-E645-AF44-8525FCA45FD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21343" y="2980650"/>
            <a:ext cx="3055957" cy="480925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>
              <a:defRPr sz="900" b="0" i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5562875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238250"/>
            <a:ext cx="8610600" cy="3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714A7-9B7A-C443-9C2C-B621CEBA58F8}"/>
              </a:ext>
            </a:extLst>
          </p:cNvPr>
          <p:cNvSpPr txBox="1"/>
          <p:nvPr userDrawn="1"/>
        </p:nvSpPr>
        <p:spPr>
          <a:xfrm>
            <a:off x="988084" y="4836353"/>
            <a:ext cx="958917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© </a:t>
            </a:r>
            <a:fld id="{01EEB0CF-6283-B34D-B6BC-91929A9698F1}" type="datetimeyyyy">
              <a:rPr lang="en-US" sz="55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2025</a:t>
            </a:fld>
            <a:r>
              <a:rPr lang="en-US" sz="55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550" b="0" i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Enovis</a:t>
            </a:r>
            <a:r>
              <a:rPr lang="en-US" sz="55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Corporation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FBCD0-E197-514A-96AC-6F52B9D81A57}"/>
              </a:ext>
            </a:extLst>
          </p:cNvPr>
          <p:cNvSpPr txBox="1"/>
          <p:nvPr userDrawn="1"/>
        </p:nvSpPr>
        <p:spPr>
          <a:xfrm>
            <a:off x="1873339" y="4836353"/>
            <a:ext cx="62068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" b="1" i="0">
                <a:solidFill>
                  <a:srgbClr val="C8102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80D898-CF78-E542-988A-0F4C5A55158E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80" y="4821788"/>
            <a:ext cx="573436" cy="1340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BA868A-2E27-F84E-97FC-568601767244}"/>
              </a:ext>
            </a:extLst>
          </p:cNvPr>
          <p:cNvSpPr txBox="1"/>
          <p:nvPr userDrawn="1"/>
        </p:nvSpPr>
        <p:spPr>
          <a:xfrm>
            <a:off x="-753587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F95B61-7B03-D249-9170-028DC383264E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A3AF20-CFE6-414B-9A50-039AD2401852}"/>
              </a:ext>
            </a:extLst>
          </p:cNvPr>
          <p:cNvSpPr txBox="1"/>
          <p:nvPr userDrawn="1"/>
        </p:nvSpPr>
        <p:spPr>
          <a:xfrm>
            <a:off x="9343432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2D44BE-3478-3348-B410-47AC038A39B6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80E4B6-5B75-8240-B328-9E94388B77BD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1245653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51CD8E-059C-D945-B919-4CFBA961744F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1245653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C14FC2-31F6-2C4F-8A24-AB8825D110A7}"/>
              </a:ext>
            </a:extLst>
          </p:cNvPr>
          <p:cNvSpPr txBox="1"/>
          <p:nvPr userDrawn="1"/>
        </p:nvSpPr>
        <p:spPr>
          <a:xfrm>
            <a:off x="-740764" y="1303381"/>
            <a:ext cx="533800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ABOVE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FED41-7789-EE40-89BA-AF289893475D}"/>
              </a:ext>
            </a:extLst>
          </p:cNvPr>
          <p:cNvSpPr txBox="1"/>
          <p:nvPr userDrawn="1"/>
        </p:nvSpPr>
        <p:spPr>
          <a:xfrm>
            <a:off x="9343432" y="1303381"/>
            <a:ext cx="533800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ABOVE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5CC29F-9338-5C40-8FB0-676E2E2DCD06}"/>
              </a:ext>
            </a:extLst>
          </p:cNvPr>
          <p:cNvSpPr txBox="1"/>
          <p:nvPr userDrawn="1"/>
        </p:nvSpPr>
        <p:spPr>
          <a:xfrm>
            <a:off x="-1000451" y="420512"/>
            <a:ext cx="793487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space is reserved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the Slide Title and can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accommodate two lines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4E605D-FEA4-9F49-83F4-2C4EDFAC7854}"/>
              </a:ext>
            </a:extLst>
          </p:cNvPr>
          <p:cNvSpPr txBox="1"/>
          <p:nvPr userDrawn="1"/>
        </p:nvSpPr>
        <p:spPr>
          <a:xfrm>
            <a:off x="9343432" y="420512"/>
            <a:ext cx="793487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space is reserved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the Slide Title and can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accommodate two lines</a:t>
            </a:r>
          </a:p>
        </p:txBody>
      </p:sp>
      <p:sp>
        <p:nvSpPr>
          <p:cNvPr id="31" name="Title Placeholder 30">
            <a:extLst>
              <a:ext uri="{FF2B5EF4-FFF2-40B4-BE49-F238E27FC236}">
                <a16:creationId xmlns:a16="http://schemas.microsoft.com/office/drawing/2014/main" id="{7B85B8A9-9220-824F-AED2-389F9EA0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90" y="361950"/>
            <a:ext cx="7886700" cy="446789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382FE1-DCAD-C5F4-FF40-ACD8EE06F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2752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7381A-D47E-3545-B76A-903D0AEAF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2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41" r:id="rId2"/>
    <p:sldLayoutId id="2147483742" r:id="rId3"/>
    <p:sldLayoutId id="2147483681" r:id="rId4"/>
    <p:sldLayoutId id="2147483733" r:id="rId5"/>
    <p:sldLayoutId id="2147483734" r:id="rId6"/>
    <p:sldLayoutId id="2147483739" r:id="rId7"/>
    <p:sldLayoutId id="2147483684" r:id="rId8"/>
    <p:sldLayoutId id="2147483667" r:id="rId9"/>
    <p:sldLayoutId id="2147483695" r:id="rId10"/>
    <p:sldLayoutId id="2147483737" r:id="rId11"/>
    <p:sldLayoutId id="2147483740" r:id="rId12"/>
    <p:sldLayoutId id="2147483743" r:id="rId13"/>
  </p:sldLayoutIdLst>
  <p:hf hdr="0" ftr="0" dt="0"/>
  <p:txStyles>
    <p:titleStyle>
      <a:lvl1pPr algn="l" defTabSz="685800" rtl="0" eaLnBrk="1" latinLnBrk="0" hangingPunct="1">
        <a:lnSpc>
          <a:spcPts val="266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20000"/>
        <a:buFontTx/>
        <a:buNone/>
        <a:tabLst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228600" indent="-228600" algn="l" defTabSz="685800" rtl="0" eaLnBrk="1" latinLnBrk="0" hangingPunct="1">
        <a:lnSpc>
          <a:spcPct val="90000"/>
        </a:lnSpc>
        <a:spcBef>
          <a:spcPts val="1200"/>
        </a:spcBef>
        <a:buClr>
          <a:srgbClr val="C8102E"/>
        </a:buClr>
        <a:buFont typeface="Arial Unicode MS" panose="020B0604020202020204" pitchFamily="34" charset="-128"/>
        <a:buChar char="￮"/>
        <a:tabLst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411480" indent="-137160" algn="l" defTabSz="6858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40080" indent="-137160" algn="l" defTabSz="6858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tabLst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tabLst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0">
          <p15:clr>
            <a:srgbClr val="A4A3A4"/>
          </p15:clr>
        </p15:guide>
        <p15:guide id="2" pos="168">
          <p15:clr>
            <a:srgbClr val="A4A3A4"/>
          </p15:clr>
        </p15:guide>
        <p15:guide id="3" pos="5592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5" orient="horz" pos="1620">
          <p15:clr>
            <a:srgbClr val="A4A3A4"/>
          </p15:clr>
        </p15:guide>
        <p15:guide id="6" pos="2880">
          <p15:clr>
            <a:srgbClr val="A4A3A4"/>
          </p15:clr>
        </p15:guide>
        <p15:guide id="7" orient="horz" pos="78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" y="1238250"/>
            <a:ext cx="8610600" cy="3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EFBCD0-E197-514A-96AC-6F52B9D81A57}"/>
              </a:ext>
            </a:extLst>
          </p:cNvPr>
          <p:cNvSpPr txBox="1"/>
          <p:nvPr userDrawn="1"/>
        </p:nvSpPr>
        <p:spPr>
          <a:xfrm>
            <a:off x="1873339" y="4836353"/>
            <a:ext cx="620683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" b="1" i="0">
                <a:solidFill>
                  <a:srgbClr val="C8102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80D898-CF78-E542-988A-0F4C5A55158E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80" y="4821788"/>
            <a:ext cx="573436" cy="1340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BA868A-2E27-F84E-97FC-568601767244}"/>
              </a:ext>
            </a:extLst>
          </p:cNvPr>
          <p:cNvSpPr txBox="1"/>
          <p:nvPr userDrawn="1"/>
        </p:nvSpPr>
        <p:spPr>
          <a:xfrm>
            <a:off x="-753587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F95B61-7B03-D249-9170-028DC383264E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A3AF20-CFE6-414B-9A50-039AD2401852}"/>
              </a:ext>
            </a:extLst>
          </p:cNvPr>
          <p:cNvSpPr txBox="1"/>
          <p:nvPr userDrawn="1"/>
        </p:nvSpPr>
        <p:spPr>
          <a:xfrm>
            <a:off x="9343432" y="4404790"/>
            <a:ext cx="546623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BELOW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2D44BE-3478-3348-B410-47AC038A39B6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4667250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80E4B6-5B75-8240-B328-9E94388B77BD}"/>
              </a:ext>
            </a:extLst>
          </p:cNvPr>
          <p:cNvCxnSpPr>
            <a:cxnSpLocks/>
          </p:cNvCxnSpPr>
          <p:nvPr userDrawn="1"/>
        </p:nvCxnSpPr>
        <p:spPr>
          <a:xfrm flipH="1">
            <a:off x="-902168" y="1245653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B51CD8E-059C-D945-B919-4CFBA961744F}"/>
              </a:ext>
            </a:extLst>
          </p:cNvPr>
          <p:cNvCxnSpPr>
            <a:cxnSpLocks/>
          </p:cNvCxnSpPr>
          <p:nvPr userDrawn="1"/>
        </p:nvCxnSpPr>
        <p:spPr>
          <a:xfrm flipH="1">
            <a:off x="9343432" y="1245653"/>
            <a:ext cx="70056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C14FC2-31F6-2C4F-8A24-AB8825D110A7}"/>
              </a:ext>
            </a:extLst>
          </p:cNvPr>
          <p:cNvSpPr txBox="1"/>
          <p:nvPr userDrawn="1"/>
        </p:nvSpPr>
        <p:spPr>
          <a:xfrm>
            <a:off x="-740764" y="1303381"/>
            <a:ext cx="533800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ABOVE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FED41-7789-EE40-89BA-AF289893475D}"/>
              </a:ext>
            </a:extLst>
          </p:cNvPr>
          <p:cNvSpPr txBox="1"/>
          <p:nvPr userDrawn="1"/>
        </p:nvSpPr>
        <p:spPr>
          <a:xfrm>
            <a:off x="9343432" y="1303381"/>
            <a:ext cx="533800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 NOT PLACE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CONTENT ABOVE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5CC29F-9338-5C40-8FB0-676E2E2DCD06}"/>
              </a:ext>
            </a:extLst>
          </p:cNvPr>
          <p:cNvSpPr txBox="1"/>
          <p:nvPr userDrawn="1"/>
        </p:nvSpPr>
        <p:spPr>
          <a:xfrm>
            <a:off x="-1000451" y="420512"/>
            <a:ext cx="793487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space is reserved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the Slide Title and can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accommodate two lines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4E605D-FEA4-9F49-83F4-2C4EDFAC7854}"/>
              </a:ext>
            </a:extLst>
          </p:cNvPr>
          <p:cNvSpPr txBox="1"/>
          <p:nvPr userDrawn="1"/>
        </p:nvSpPr>
        <p:spPr>
          <a:xfrm>
            <a:off x="9343432" y="420512"/>
            <a:ext cx="793487" cy="23192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This space is reserved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the Slide Title and can</a:t>
            </a:r>
            <a:b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accommodate two lines</a:t>
            </a:r>
          </a:p>
        </p:txBody>
      </p:sp>
      <p:sp>
        <p:nvSpPr>
          <p:cNvPr id="31" name="Title Placeholder 30">
            <a:extLst>
              <a:ext uri="{FF2B5EF4-FFF2-40B4-BE49-F238E27FC236}">
                <a16:creationId xmlns:a16="http://schemas.microsoft.com/office/drawing/2014/main" id="{7B85B8A9-9220-824F-AED2-389F9EA0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190" y="361950"/>
            <a:ext cx="7886700" cy="446789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AFBC2C-618C-EF4B-B28D-AC78FB479090}"/>
              </a:ext>
            </a:extLst>
          </p:cNvPr>
          <p:cNvSpPr txBox="1"/>
          <p:nvPr userDrawn="1"/>
        </p:nvSpPr>
        <p:spPr>
          <a:xfrm>
            <a:off x="266700" y="-418772"/>
            <a:ext cx="1245534" cy="1549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Section Header Name is set in ALL CAPS</a:t>
            </a:r>
          </a:p>
          <a:p>
            <a:pPr algn="l">
              <a:lnSpc>
                <a:spcPts val="600"/>
              </a:lnSpc>
            </a:pPr>
            <a:r>
              <a:rPr lang="en-US" sz="600" b="0" i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Slide Title is set in sentence case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3B316F-9F5A-A744-99A6-6CDF11A6D810}"/>
              </a:ext>
            </a:extLst>
          </p:cNvPr>
          <p:cNvSpPr/>
          <p:nvPr userDrawn="1"/>
        </p:nvSpPr>
        <p:spPr>
          <a:xfrm>
            <a:off x="0" y="0"/>
            <a:ext cx="9144000" cy="238032"/>
          </a:xfrm>
          <a:prstGeom prst="rect">
            <a:avLst/>
          </a:prstGeom>
          <a:gradFill>
            <a:gsLst>
              <a:gs pos="10000">
                <a:schemeClr val="accent2"/>
              </a:gs>
              <a:gs pos="9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570FD6-C215-7677-2E44-11B2ED6F4557}"/>
              </a:ext>
            </a:extLst>
          </p:cNvPr>
          <p:cNvSpPr txBox="1"/>
          <p:nvPr userDrawn="1"/>
        </p:nvSpPr>
        <p:spPr>
          <a:xfrm>
            <a:off x="988084" y="4836353"/>
            <a:ext cx="958917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5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© </a:t>
            </a:r>
            <a:fld id="{01EEB0CF-6283-B34D-B6BC-91929A9698F1}" type="datetimeyyyy">
              <a:rPr lang="en-US" sz="55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2025</a:t>
            </a:fld>
            <a:r>
              <a:rPr lang="en-US" sz="55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550" b="0" i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Enovis</a:t>
            </a:r>
            <a:r>
              <a:rPr lang="en-US" sz="550" b="0" i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Corporation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F37C3F-0E22-6F2D-11C0-6F6CDC9F0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2752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7381A-D47E-3545-B76A-903D0AEAFE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58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hf hdr="0" ftr="0" dt="0"/>
  <p:txStyles>
    <p:titleStyle>
      <a:lvl1pPr algn="l" defTabSz="685800" rtl="0" eaLnBrk="1" latinLnBrk="0" hangingPunct="1">
        <a:lnSpc>
          <a:spcPts val="266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20000"/>
        <a:buFontTx/>
        <a:buNone/>
        <a:tabLst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228600" indent="-228600" algn="l" defTabSz="685800" rtl="0" eaLnBrk="1" latinLnBrk="0" hangingPunct="1">
        <a:lnSpc>
          <a:spcPct val="90000"/>
        </a:lnSpc>
        <a:spcBef>
          <a:spcPts val="1200"/>
        </a:spcBef>
        <a:buClr>
          <a:srgbClr val="C8102E"/>
        </a:buClr>
        <a:buFont typeface="Arial Unicode MS" panose="020B0604020202020204" pitchFamily="34" charset="-128"/>
        <a:buChar char="￮"/>
        <a:tabLst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411480" indent="-137160" algn="l" defTabSz="6858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40080" indent="-137160" algn="l" defTabSz="6858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tabLst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22960" indent="-137160" algn="l" defTabSz="6858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tabLst/>
        <a:defRPr sz="15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0">
          <p15:clr>
            <a:srgbClr val="A4A3A4"/>
          </p15:clr>
        </p15:guide>
        <p15:guide id="2" pos="168">
          <p15:clr>
            <a:srgbClr val="A4A3A4"/>
          </p15:clr>
        </p15:guide>
        <p15:guide id="3" pos="5592">
          <p15:clr>
            <a:srgbClr val="A4A3A4"/>
          </p15:clr>
        </p15:guide>
        <p15:guide id="4" orient="horz" pos="228" userDrawn="1">
          <p15:clr>
            <a:srgbClr val="A4A3A4"/>
          </p15:clr>
        </p15:guide>
        <p15:guide id="5" orient="horz" pos="1620">
          <p15:clr>
            <a:srgbClr val="A4A3A4"/>
          </p15:clr>
        </p15:guide>
        <p15:guide id="6" pos="2880">
          <p15:clr>
            <a:srgbClr val="A4A3A4"/>
          </p15:clr>
        </p15:guide>
        <p15:guide id="7" orient="horz" pos="7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Domizia.Baldassi@enovis.com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hyperlink" Target="mailto:francesca.citossi@enovis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262E24-4BF1-738B-35B3-FDCDF310A77D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/>
              <a:t>Study overview and 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BF026-B574-272F-B548-FB1BB3AEE1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H-34 DELTA Revision</a:t>
            </a:r>
          </a:p>
        </p:txBody>
      </p:sp>
    </p:spTree>
    <p:extLst>
      <p:ext uri="{BB962C8B-B14F-4D97-AF65-F5344CB8AC3E}">
        <p14:creationId xmlns:p14="http://schemas.microsoft.com/office/powerpoint/2010/main" val="2272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0E558B-A0D7-D119-0232-D623388AB0E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0CD4395-EC9F-C34D-9DA5-BF10FA38C9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CFB70D-B59C-7540-2744-DD456B3A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Global Surgical Clinical Affairs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5438800-587C-85B9-5447-AA2D1072EB2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581710" y="1255553"/>
            <a:ext cx="3055957" cy="253916"/>
          </a:xfrm>
        </p:spPr>
        <p:txBody>
          <a:bodyPr/>
          <a:lstStyle/>
          <a:p>
            <a:r>
              <a:rPr lang="en-US"/>
              <a:t>Jessica Arnold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0487AD6-DD50-397D-A2E9-A84EA564E62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81710" y="1536040"/>
            <a:ext cx="3055957" cy="212366"/>
          </a:xfrm>
        </p:spPr>
        <p:txBody>
          <a:bodyPr/>
          <a:lstStyle/>
          <a:p>
            <a:r>
              <a:rPr lang="en-US"/>
              <a:t>Sr Director Global Surgical Clinical Affairs </a:t>
            </a:r>
          </a:p>
        </p:txBody>
      </p:sp>
      <p:pic>
        <p:nvPicPr>
          <p:cNvPr id="29" name="Segnaposto immagine 28" descr="Immagine che contiene Viso umano, persona, sorriso, vestiti&#10;&#10;Il contenuto generato dall'IA potrebbe non essere corretto.">
            <a:extLst>
              <a:ext uri="{FF2B5EF4-FFF2-40B4-BE49-F238E27FC236}">
                <a16:creationId xmlns:a16="http://schemas.microsoft.com/office/drawing/2014/main" id="{7786D352-9804-3FF2-ABCA-E873480C9368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2"/>
          <a:srcRect t="1328" b="1328"/>
          <a:stretch>
            <a:fillRect/>
          </a:stretch>
        </p:blipFill>
        <p:spPr>
          <a:xfrm>
            <a:off x="5223567" y="3536251"/>
            <a:ext cx="1017588" cy="1017587"/>
          </a:xfr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50F91B-8B24-6862-49F6-E03C49D1C7B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19915" y="3553488"/>
            <a:ext cx="3055957" cy="253916"/>
          </a:xfrm>
        </p:spPr>
        <p:txBody>
          <a:bodyPr/>
          <a:lstStyle/>
          <a:p>
            <a:r>
              <a:rPr lang="en-US"/>
              <a:t>Domizia Baldassi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68C4CF8-29FF-0963-2D47-FBC26A2B5E6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19915" y="3833975"/>
            <a:ext cx="3055957" cy="212366"/>
          </a:xfrm>
        </p:spPr>
        <p:txBody>
          <a:bodyPr/>
          <a:lstStyle/>
          <a:p>
            <a:r>
              <a:rPr lang="en-US"/>
              <a:t>Clinical Research Associate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7D43FCA-9684-11BA-3625-9B7A9DD4785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19915" y="4072912"/>
            <a:ext cx="3055957" cy="480925"/>
          </a:xfrm>
        </p:spPr>
        <p:txBody>
          <a:bodyPr/>
          <a:lstStyle/>
          <a:p>
            <a:r>
              <a:rPr lang="en-US">
                <a:hlinkClick r:id="rId3"/>
              </a:rPr>
              <a:t>Domizia.Baldassi@enovis.com</a:t>
            </a:r>
            <a:endParaRPr lang="en-US"/>
          </a:p>
          <a:p>
            <a:r>
              <a:rPr lang="en-US"/>
              <a:t> </a:t>
            </a:r>
            <a:r>
              <a:rPr lang="en-US" b="1"/>
              <a:t>M</a:t>
            </a:r>
            <a:r>
              <a:rPr lang="en-US"/>
              <a:t>  (+39) 335 7492586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B9D6041-8742-48F2-B598-CB797E324AE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7935" y="2503754"/>
            <a:ext cx="3055957" cy="253916"/>
          </a:xfrm>
        </p:spPr>
        <p:txBody>
          <a:bodyPr/>
          <a:lstStyle/>
          <a:p>
            <a:r>
              <a:rPr lang="en-US"/>
              <a:t>Francesca Citossi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5BBBCA4-BA4A-B2D6-8FF7-831C1AD9CBB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617935" y="2784241"/>
            <a:ext cx="3265953" cy="212366"/>
          </a:xfrm>
        </p:spPr>
        <p:txBody>
          <a:bodyPr/>
          <a:lstStyle/>
          <a:p>
            <a:r>
              <a:rPr lang="en-US"/>
              <a:t>Manager Company Initiated Studies Europe &amp; APAC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24576E4-8E4C-60FC-CF5E-39D22ED0B4B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935" y="3023178"/>
            <a:ext cx="3055957" cy="480925"/>
          </a:xfrm>
        </p:spPr>
        <p:txBody>
          <a:bodyPr>
            <a:normAutofit/>
          </a:bodyPr>
          <a:lstStyle/>
          <a:p>
            <a:r>
              <a:rPr lang="en-US" b="0" i="0" u="sng" strike="noStrike">
                <a:solidFill>
                  <a:srgbClr val="0096CF"/>
                </a:solidFill>
                <a:effectLst/>
                <a:latin typeface="Calibri Light" panose="020F0302020204030204" pitchFamily="34" charset="0"/>
                <a:hlinkClick r:id="rId4"/>
              </a:rPr>
              <a:t>francesca.citossi@enovis.com</a:t>
            </a:r>
            <a:endParaRPr lang="en-US" b="0" i="0" u="sng" strike="noStrike">
              <a:solidFill>
                <a:srgbClr val="0096CF"/>
              </a:solidFill>
              <a:effectLst/>
              <a:latin typeface="Calibri Light" panose="020F0302020204030204" pitchFamily="34" charset="0"/>
            </a:endParaRPr>
          </a:p>
          <a:p>
            <a:r>
              <a:rPr lang="en-US" b="1" i="0" u="none" strike="noStrike">
                <a:solidFill>
                  <a:srgbClr val="466473"/>
                </a:solidFill>
                <a:effectLst/>
                <a:latin typeface="Aptos" panose="020B0004020202020204" pitchFamily="34" charset="0"/>
              </a:rPr>
              <a:t>M</a:t>
            </a:r>
            <a:r>
              <a:rPr lang="en-US" b="0" i="0" u="none" strike="noStrike">
                <a:solidFill>
                  <a:srgbClr val="4D4D4F"/>
                </a:solidFill>
                <a:effectLst/>
                <a:latin typeface="Calibri Light" panose="020F0302020204030204" pitchFamily="34" charset="0"/>
              </a:rPr>
              <a:t>  +(39) 335 1640260</a:t>
            </a:r>
            <a:endParaRPr lang="en-US"/>
          </a:p>
        </p:txBody>
      </p:sp>
      <p:pic>
        <p:nvPicPr>
          <p:cNvPr id="32" name="Segnaposto immagine 31" descr="Immagine che contiene persona, Viso umano, sorriso, vestiti&#10;&#10;Il contenuto generato dall'IA potrebbe non essere corretto.">
            <a:extLst>
              <a:ext uri="{FF2B5EF4-FFF2-40B4-BE49-F238E27FC236}">
                <a16:creationId xmlns:a16="http://schemas.microsoft.com/office/drawing/2014/main" id="{CAC66C41-9F52-776E-E840-A7F4112C2856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5"/>
          <a:srcRect t="2673" b="30453"/>
          <a:stretch/>
        </p:blipFill>
        <p:spPr>
          <a:xfrm>
            <a:off x="522288" y="2485691"/>
            <a:ext cx="1016000" cy="1019175"/>
          </a:xfrm>
          <a:prstGeom prst="ellipse">
            <a:avLst/>
          </a:prstGeom>
        </p:spPr>
      </p:pic>
      <p:pic>
        <p:nvPicPr>
          <p:cNvPr id="34" name="Segnaposto immagine 33" descr="Immagine che contiene Viso umano, vestiti, persona, sorriso&#10;&#10;Il contenuto generato dall'IA potrebbe non essere corretto.">
            <a:extLst>
              <a:ext uri="{FF2B5EF4-FFF2-40B4-BE49-F238E27FC236}">
                <a16:creationId xmlns:a16="http://schemas.microsoft.com/office/drawing/2014/main" id="{D3B2A4FA-008F-41EC-A4FC-110BCFA45A4E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6"/>
          <a:srcRect t="708" b="33736"/>
          <a:stretch/>
        </p:blipFill>
        <p:spPr>
          <a:xfrm>
            <a:off x="3486701" y="1238250"/>
            <a:ext cx="1016000" cy="101758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1023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918ED4-5B6C-92E1-2EAA-57D7966D4C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0CD4395-EC9F-C34D-9DA5-BF10FA38C9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6697CF-8315-0153-C641-1660B31B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Study overview</a:t>
            </a:r>
          </a:p>
        </p:txBody>
      </p:sp>
      <p:sp>
        <p:nvSpPr>
          <p:cNvPr id="5" name="Segnaposto testo 2">
            <a:extLst>
              <a:ext uri="{FF2B5EF4-FFF2-40B4-BE49-F238E27FC236}">
                <a16:creationId xmlns:a16="http://schemas.microsoft.com/office/drawing/2014/main" id="{57DB83FF-7AA9-BB09-6A12-F7B6A3B20707}"/>
              </a:ext>
            </a:extLst>
          </p:cNvPr>
          <p:cNvSpPr txBox="1">
            <a:spLocks/>
          </p:cNvSpPr>
          <p:nvPr/>
        </p:nvSpPr>
        <p:spPr>
          <a:xfrm>
            <a:off x="1317372" y="917325"/>
            <a:ext cx="6421437" cy="1363633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97979"/>
            </a:solidFill>
            <a:prstDash val="solid"/>
            <a:miter lim="800000"/>
          </a:ln>
          <a:effectLst/>
        </p:spPr>
        <p:txBody>
          <a:bodyPr vert="horz" lIns="91440" tIns="45720" rIns="91440" bIns="45720" rtlCol="0">
            <a:normAutofit lnSpcReduction="10000"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it-IT" sz="1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Study title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An open label, observational, prospective, longitudinal cohort study to evaluate safety, clinical and radiographic outcomes of total hip arthroplasty with DELTA Revision acetabular cup</a:t>
            </a: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Study design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Post-market, open label, observational, prospective, longitudinal cohort </a:t>
            </a: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Study device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CE marked DELTA Revision acetabular cup</a:t>
            </a: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Sample size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49 patients </a:t>
            </a: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Time points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preoperative, intraoperative, at discharge, 2 months, 6 months, 12 months, 24 months after surgery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79A8E783-6E40-51D4-F848-A69885AA6588}"/>
              </a:ext>
            </a:extLst>
          </p:cNvPr>
          <p:cNvSpPr txBox="1">
            <a:spLocks/>
          </p:cNvSpPr>
          <p:nvPr/>
        </p:nvSpPr>
        <p:spPr>
          <a:xfrm>
            <a:off x="1317372" y="2411942"/>
            <a:ext cx="6421437" cy="144965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97979"/>
            </a:solidFill>
            <a:prstDash val="solid"/>
            <a:miter lim="800000"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171450" marR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itchFamily="2" charset="2"/>
              <a:buChar char="ü"/>
              <a:tabLst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it-IT" sz="1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 endpoint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evaluation of Harris Hip Score (HHS) from pre-op to 2 years after surgery </a:t>
            </a:r>
          </a:p>
          <a:p>
            <a:pPr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Secondary endpoints</a:t>
            </a:r>
            <a:r>
              <a:rPr lang="en-US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in Range of Motion (ROM) 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in Oxford Hip Score (OHS) 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Implant survivorship  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Radiographic implant evaluation and stability </a:t>
            </a:r>
          </a:p>
          <a:p>
            <a:pPr lvl="1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05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Incidence, type and severity of AEs, SAE, ADE and SADEs at each time point </a:t>
            </a:r>
          </a:p>
          <a:p>
            <a:pPr marL="171450" marR="0" lvl="0" indent="-17145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itchFamily="2" charset="2"/>
              <a:buChar char="ü"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Segnaposto testo 4">
            <a:extLst>
              <a:ext uri="{FF2B5EF4-FFF2-40B4-BE49-F238E27FC236}">
                <a16:creationId xmlns:a16="http://schemas.microsoft.com/office/drawing/2014/main" id="{D0E88589-D62C-FA12-6FC4-8DE933385805}"/>
              </a:ext>
            </a:extLst>
          </p:cNvPr>
          <p:cNvSpPr txBox="1">
            <a:spLocks/>
          </p:cNvSpPr>
          <p:nvPr/>
        </p:nvSpPr>
        <p:spPr>
          <a:xfrm>
            <a:off x="1317371" y="3992575"/>
            <a:ext cx="6421437" cy="85523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97979"/>
            </a:solidFill>
            <a:prstDash val="solid"/>
            <a:miter lim="800000"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en-US" sz="10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lang="it-IT" sz="1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Site</a:t>
            </a:r>
            <a:r>
              <a:rPr lang="it-IT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pl-PL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Samodzielny Publiczny Szpital Kliniczny im. Prof. Adama Grucy CMKP</a:t>
            </a:r>
            <a:r>
              <a:rPr lang="it-IT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pl-PL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Księdza Stanisława Konarskiego, 13 - 05-400 Otwock, Poland</a:t>
            </a:r>
            <a:endParaRPr lang="it-IT" sz="105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sz="1050" b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PI</a:t>
            </a:r>
            <a:r>
              <a:rPr lang="it-IT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Prof. Jerzy Bialecki </a:t>
            </a:r>
          </a:p>
          <a:p>
            <a: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it-IT" sz="1050" b="1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SubI</a:t>
            </a:r>
            <a:r>
              <a:rPr lang="it-IT" sz="105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Dr. Julia Macias, Dr. Pawel Bartosz, Dr. Marcin Para </a:t>
            </a:r>
          </a:p>
        </p:txBody>
      </p:sp>
      <p:pic>
        <p:nvPicPr>
          <p:cNvPr id="11" name="Grafik 22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F6D6AE1-9DD4-BB48-3C84-2C9544444D7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0" y="3992575"/>
            <a:ext cx="453498" cy="453498"/>
          </a:xfrm>
          <a:prstGeom prst="rect">
            <a:avLst/>
          </a:prstGeom>
        </p:spPr>
      </p:pic>
      <p:pic>
        <p:nvPicPr>
          <p:cNvPr id="12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3D0E4E3-71B0-85CD-CD27-0C7C7CABF1E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39" y="1032687"/>
            <a:ext cx="499586" cy="499586"/>
          </a:xfrm>
          <a:prstGeom prst="rect">
            <a:avLst/>
          </a:prstGeom>
        </p:spPr>
      </p:pic>
      <p:pic>
        <p:nvPicPr>
          <p:cNvPr id="13" name="Grafik 4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691476-DC14-140B-CB27-48B66422B9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19" y="2641318"/>
            <a:ext cx="510205" cy="51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7973726-0072-454C-B8A1-0FB006C0595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0CD4395-EC9F-C34D-9DA5-BF10FA38C9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09C93F0-056B-F129-7B0E-3697C0B8C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Calibri Light"/>
                <a:ea typeface="Calibri Light"/>
                <a:cs typeface="Calibri Light"/>
              </a:rPr>
              <a:t>Patients enrolled: </a:t>
            </a:r>
            <a:r>
              <a:rPr lang="en-US" sz="1400" b="1" dirty="0">
                <a:latin typeface="Calibri Light"/>
                <a:ea typeface="Calibri Light"/>
                <a:cs typeface="Calibri Light"/>
              </a:rPr>
              <a:t>29/49 </a:t>
            </a:r>
            <a:endParaRPr lang="en-US" sz="1400" dirty="0">
              <a:latin typeface="Calibri Light"/>
              <a:ea typeface="Calibri Light"/>
              <a:cs typeface="Calibri Light"/>
            </a:endParaRP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/>
                <a:ea typeface="Calibri Light"/>
                <a:cs typeface="Calibri Light"/>
              </a:rPr>
              <a:t>Site Initiation Visit: 		11/06/2021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/>
                <a:ea typeface="Calibri Light"/>
                <a:cs typeface="Calibri Light"/>
              </a:rPr>
              <a:t>First Patient In: 		14/09/2021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/>
                <a:ea typeface="Calibri Light"/>
                <a:cs typeface="Calibri Light"/>
              </a:rPr>
              <a:t>Last patient enrolled:	 	21/05/2025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/>
                <a:ea typeface="Calibri Light"/>
                <a:cs typeface="Calibri Light"/>
              </a:rPr>
              <a:t>Expected enrollment window closure: 14/03/2024 </a:t>
            </a:r>
            <a:endParaRPr lang="en-US" sz="1400" dirty="0">
              <a:latin typeface="Calibri Light"/>
              <a:ea typeface="Calibri Light"/>
              <a:cs typeface="Calibri Light"/>
              <a:sym typeface="Wingdings" panose="05000000000000000000" pitchFamily="2" charset="2"/>
            </a:endParaRPr>
          </a:p>
          <a:p>
            <a:pPr marL="0" lvl="1" indent="0">
              <a:buNone/>
            </a:pPr>
            <a:r>
              <a:rPr lang="en-US" sz="1400" b="1" dirty="0">
                <a:latin typeface="Calibri Light"/>
                <a:ea typeface="Calibri Light"/>
                <a:cs typeface="Calibri Light"/>
                <a:sym typeface="Wingdings" panose="05000000000000000000" pitchFamily="2" charset="2"/>
              </a:rPr>
              <a:t> Very slow enrollment, delay of study schedule </a:t>
            </a:r>
            <a:endParaRPr lang="en-US" sz="1400" b="1" dirty="0">
              <a:latin typeface="Calibri Light"/>
              <a:ea typeface="Calibri Light"/>
              <a:cs typeface="Calibri Light"/>
            </a:endParaRPr>
          </a:p>
          <a:p>
            <a:endParaRPr lang="it-IT" sz="1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noProof="0" dirty="0">
                <a:latin typeface="Calibri Light"/>
                <a:ea typeface="Calibri Light"/>
                <a:cs typeface="Calibri Light"/>
              </a:rPr>
              <a:t>Substantial amendment </a:t>
            </a:r>
            <a:r>
              <a:rPr lang="en-US" sz="1400" noProof="0" dirty="0">
                <a:latin typeface="Calibri Light"/>
                <a:ea typeface="Calibri Light"/>
                <a:cs typeface="Calibri Light"/>
              </a:rPr>
              <a:t>approved on 12Feb2025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noProof="0" dirty="0">
                <a:latin typeface="Calibri Light"/>
                <a:ea typeface="Calibri Light"/>
                <a:cs typeface="Calibri Light"/>
              </a:rPr>
              <a:t>CIP v. 2.0 05Nov2024, ICF v. 2.0 05Nov2024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noProof="0" dirty="0">
                <a:latin typeface="Calibri Light"/>
                <a:ea typeface="Calibri Light"/>
                <a:cs typeface="Calibri Light"/>
              </a:rPr>
              <a:t>Extension of study enrollment phase from 30 to 60 months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400" noProof="0" dirty="0">
                <a:latin typeface="Calibri Light"/>
                <a:ea typeface="Calibri Light"/>
                <a:cs typeface="Calibri Light"/>
              </a:rPr>
              <a:t>Follow up after surgery reduced from 5 to </a:t>
            </a:r>
            <a:r>
              <a:rPr lang="en-US" sz="1400" b="1" noProof="0" dirty="0">
                <a:latin typeface="Calibri Light"/>
                <a:ea typeface="Calibri Light"/>
                <a:cs typeface="Calibri Light"/>
              </a:rPr>
              <a:t>2 years</a:t>
            </a:r>
          </a:p>
          <a:p>
            <a:endParaRPr lang="it-IT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89F1AA90-334F-9138-E425-9EF6B9C23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Study </a:t>
            </a:r>
            <a:r>
              <a:rPr lang="it-IT" err="1"/>
              <a:t>overview</a:t>
            </a:r>
            <a:endParaRPr lang="it-IT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EEB493CD-F0BA-EDF9-9DA9-2BC170A434BC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400" b="1"/>
              <a:t>Monitoring </a:t>
            </a:r>
            <a:r>
              <a:rPr lang="it-IT" sz="1400" b="1" err="1"/>
              <a:t>visits</a:t>
            </a:r>
            <a:r>
              <a:rPr lang="it-IT" sz="1400" b="1"/>
              <a:t>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it-IT" sz="1400"/>
              <a:t>8 on-site monitoring visits </a:t>
            </a:r>
            <a:r>
              <a:rPr lang="it-IT" sz="1400" err="1"/>
              <a:t>completed</a:t>
            </a:r>
            <a:endParaRPr lang="it-IT" sz="14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it-IT" sz="1400"/>
              <a:t>Last MV on 03Apr2025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4715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CAF79A8-6A20-6A07-3965-8DCFC23CBA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0CD4395-EC9F-C34D-9DA5-BF10FA38C9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16D4B2-E411-9893-F5AA-67ACE6656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1400" b="1" u="sng" err="1"/>
              <a:t>Outstanding</a:t>
            </a:r>
            <a:r>
              <a:rPr lang="it-IT" sz="1400" b="1" u="sng"/>
              <a:t> items </a:t>
            </a:r>
            <a:r>
              <a:rPr lang="it-IT" sz="1400" b="1" u="sng" err="1"/>
              <a:t>at</a:t>
            </a:r>
            <a:r>
              <a:rPr lang="it-IT" sz="1400" b="1" u="sng"/>
              <a:t> the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/>
              <a:t>CTA </a:t>
            </a:r>
            <a:r>
              <a:rPr lang="it-IT" sz="1400" err="1"/>
              <a:t>amendment</a:t>
            </a:r>
            <a:r>
              <a:rPr lang="it-IT" sz="1400"/>
              <a:t> signature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/>
              <a:t>NDA Prof Bialecki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err="1"/>
              <a:t>Patients</a:t>
            </a:r>
            <a:r>
              <a:rPr lang="it-IT" sz="1400"/>
              <a:t> </a:t>
            </a:r>
            <a:r>
              <a:rPr lang="it-IT" sz="1400" err="1"/>
              <a:t>reconsent</a:t>
            </a:r>
            <a:r>
              <a:rPr lang="it-IT" sz="1400"/>
              <a:t> </a:t>
            </a:r>
            <a:r>
              <a:rPr lang="it-IT" sz="1400" err="1"/>
              <a:t>process</a:t>
            </a:r>
            <a:r>
              <a:rPr lang="it-IT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/>
              <a:t>Queries </a:t>
            </a:r>
            <a:r>
              <a:rPr lang="it-IT" sz="1400" err="1"/>
              <a:t>resolution</a:t>
            </a:r>
            <a:r>
              <a:rPr lang="it-IT" sz="1400"/>
              <a:t>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it-IT" sz="1400"/>
              <a:t>SAE </a:t>
            </a:r>
            <a:r>
              <a:rPr lang="it-IT" sz="1400" err="1"/>
              <a:t>pt</a:t>
            </a:r>
            <a:r>
              <a:rPr lang="it-IT" sz="1400"/>
              <a:t> 101/28, 101/30 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it-IT" sz="1400" err="1"/>
              <a:t>Possible</a:t>
            </a:r>
            <a:r>
              <a:rPr lang="it-IT" sz="1400"/>
              <a:t> data </a:t>
            </a:r>
            <a:r>
              <a:rPr lang="it-IT" sz="1400" err="1"/>
              <a:t>breach</a:t>
            </a:r>
            <a:endParaRPr lang="it-IT" sz="14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it-IT" sz="1400" err="1"/>
              <a:t>Missing</a:t>
            </a:r>
            <a:r>
              <a:rPr lang="it-IT" sz="1400"/>
              <a:t> data for some follow-up </a:t>
            </a:r>
            <a:r>
              <a:rPr lang="it-IT" sz="1400" err="1"/>
              <a:t>visits</a:t>
            </a:r>
            <a:endParaRPr lang="it-IT" sz="140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it-IT" sz="1400" err="1"/>
              <a:t>Pt</a:t>
            </a:r>
            <a:r>
              <a:rPr lang="it-IT" sz="1400"/>
              <a:t> 101/16: </a:t>
            </a:r>
            <a:r>
              <a:rPr lang="en-US" sz="1400"/>
              <a:t>data added to 3 years FU instead of 2 years FU. This must be solved by the site so that we can proceed with modification of eCRF according to substantial amendment approval </a:t>
            </a:r>
            <a:endParaRPr lang="it-IT" sz="1400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33201998-021A-77FB-F502-58A67913F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Outstanding</a:t>
            </a:r>
            <a:r>
              <a:rPr lang="it-IT"/>
              <a:t> items and </a:t>
            </a:r>
            <a:r>
              <a:rPr lang="it-IT" err="1"/>
              <a:t>next</a:t>
            </a:r>
            <a:r>
              <a:rPr lang="it-IT"/>
              <a:t> steps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287F9DD-5510-45E6-5829-1BCA40D3240C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it-IT" sz="1400" b="1" u="sng"/>
              <a:t>CRA </a:t>
            </a:r>
            <a:r>
              <a:rPr lang="it-IT" sz="1400" b="1" u="sng" err="1"/>
              <a:t>onboarding</a:t>
            </a:r>
            <a:endParaRPr lang="it-IT" sz="1400" b="1" u="sn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/>
              <a:t>Training </a:t>
            </a:r>
            <a:r>
              <a:rPr lang="it-IT" sz="1400" err="1"/>
              <a:t>completed</a:t>
            </a:r>
            <a:r>
              <a:rPr lang="it-IT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err="1"/>
              <a:t>eCRF</a:t>
            </a:r>
            <a:r>
              <a:rPr lang="it-IT" sz="1400"/>
              <a:t> training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/>
              <a:t>EDC account </a:t>
            </a:r>
          </a:p>
        </p:txBody>
      </p:sp>
    </p:spTree>
    <p:extLst>
      <p:ext uri="{BB962C8B-B14F-4D97-AF65-F5344CB8AC3E}">
        <p14:creationId xmlns:p14="http://schemas.microsoft.com/office/powerpoint/2010/main" val="407655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120839"/>
      </p:ext>
    </p:extLst>
  </p:cSld>
  <p:clrMapOvr>
    <a:masterClrMapping/>
  </p:clrMapOvr>
</p:sld>
</file>

<file path=ppt/theme/theme1.xml><?xml version="1.0" encoding="utf-8"?>
<a:theme xmlns:a="http://schemas.openxmlformats.org/drawingml/2006/main" name="Enovis PPT Title Slides">
  <a:themeElements>
    <a:clrScheme name="Enovis Color Palette">
      <a:dk1>
        <a:srgbClr val="000000"/>
      </a:dk1>
      <a:lt1>
        <a:srgbClr val="FFFFFF"/>
      </a:lt1>
      <a:dk2>
        <a:srgbClr val="4D4D4F"/>
      </a:dk2>
      <a:lt2>
        <a:srgbClr val="E7E6E6"/>
      </a:lt2>
      <a:accent1>
        <a:srgbClr val="C8102E"/>
      </a:accent1>
      <a:accent2>
        <a:srgbClr val="000000"/>
      </a:accent2>
      <a:accent3>
        <a:srgbClr val="466473"/>
      </a:accent3>
      <a:accent4>
        <a:srgbClr val="640817"/>
      </a:accent4>
      <a:accent5>
        <a:srgbClr val="344149"/>
      </a:accent5>
      <a:accent6>
        <a:srgbClr val="6B838F"/>
      </a:accent6>
      <a:hlink>
        <a:srgbClr val="0096CF"/>
      </a:hlink>
      <a:folHlink>
        <a:srgbClr val="274B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BD6B4C72-7DB6-274B-A9D9-78E249C5395F}" vid="{47317813-C4F2-6642-AC25-8A97404FEEFB}"/>
    </a:ext>
  </a:extLst>
</a:theme>
</file>

<file path=ppt/theme/theme2.xml><?xml version="1.0" encoding="utf-8"?>
<a:theme xmlns:a="http://schemas.openxmlformats.org/drawingml/2006/main" name="Slides With Section Headers">
  <a:themeElements>
    <a:clrScheme name="Enovis Color Palette">
      <a:dk1>
        <a:srgbClr val="000000"/>
      </a:dk1>
      <a:lt1>
        <a:srgbClr val="FFFFFF"/>
      </a:lt1>
      <a:dk2>
        <a:srgbClr val="4D4D4F"/>
      </a:dk2>
      <a:lt2>
        <a:srgbClr val="E7E6E6"/>
      </a:lt2>
      <a:accent1>
        <a:srgbClr val="C8102E"/>
      </a:accent1>
      <a:accent2>
        <a:srgbClr val="000000"/>
      </a:accent2>
      <a:accent3>
        <a:srgbClr val="466473"/>
      </a:accent3>
      <a:accent4>
        <a:srgbClr val="640817"/>
      </a:accent4>
      <a:accent5>
        <a:srgbClr val="344149"/>
      </a:accent5>
      <a:accent6>
        <a:srgbClr val="6B838F"/>
      </a:accent6>
      <a:hlink>
        <a:srgbClr val="0096CF"/>
      </a:hlink>
      <a:folHlink>
        <a:srgbClr val="274B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BD6B4C72-7DB6-274B-A9D9-78E249C5395F}" vid="{C009AFA3-3A10-404A-B073-C134C9E4EE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2466A100C89648BB041AB94D58C39B" ma:contentTypeVersion="0" ma:contentTypeDescription="Creare un nuovo documento." ma:contentTypeScope="" ma:versionID="ca2b0cfd6814a3c017fa9a43db0a7b9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b080ef245d5e8892c66eea03128ca9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23260D-3D0C-49C4-A19D-62AB84F9808B}"/>
</file>

<file path=customXml/itemProps2.xml><?xml version="1.0" encoding="utf-8"?>
<ds:datastoreItem xmlns:ds="http://schemas.openxmlformats.org/officeDocument/2006/customXml" ds:itemID="{EE1DB678-683D-49B1-9AF8-6E000492B6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9D0AEA-DE51-4C31-BD5D-E7A9F2520A97}">
  <ds:schemaRefs>
    <ds:schemaRef ds:uri="1558d3d1-4e6e-4c30-acdc-850986609598"/>
    <ds:schemaRef ds:uri="21ddd386-d90b-47a9-ac6b-af99c3211d68"/>
    <ds:schemaRef ds:uri="5bc14526-269b-4458-80c8-2599ba65327b"/>
    <ds:schemaRef ds:uri="629b762d-a1c4-492d-93a2-3575728842d8"/>
    <ds:schemaRef ds:uri="64210d6c-8e30-4345-9256-5fe17b4075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Enovis PPT Title Slides</Template>
  <TotalTime>0</TotalTime>
  <Words>447</Words>
  <Application>Microsoft Office PowerPoint</Application>
  <PresentationFormat>On-screen Show (16:9)</PresentationFormat>
  <Paragraphs>71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Enovis PPT Title Slides</vt:lpstr>
      <vt:lpstr>Slides With Section Headers</vt:lpstr>
      <vt:lpstr>PowerPoint Presentation</vt:lpstr>
      <vt:lpstr>Global Surgical Clinical Affairs</vt:lpstr>
      <vt:lpstr>Study overview</vt:lpstr>
      <vt:lpstr>Study overview</vt:lpstr>
      <vt:lpstr>Outstanding items and 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Bryeanne Summers</dc:creator>
  <cp:lastModifiedBy>Domizia Baldassi</cp:lastModifiedBy>
  <cp:revision>6</cp:revision>
  <dcterms:created xsi:type="dcterms:W3CDTF">2023-02-28T23:51:33Z</dcterms:created>
  <dcterms:modified xsi:type="dcterms:W3CDTF">2025-06-16T07:23:02Z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0x010100972466A100C89648BB041AB94D58C39B</vt:lpwstr>
  </property>
</Properties>
</file>